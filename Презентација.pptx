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4" r:id="rId5"/>
    <p:sldId id="265" r:id="rId6"/>
    <p:sldId id="266" r:id="rId7"/>
    <p:sldId id="260" r:id="rId8"/>
    <p:sldId id="267"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AF"/>
    <a:srgbClr val="0330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1"/>
    <p:restoredTop sz="94678"/>
  </p:normalViewPr>
  <p:slideViewPr>
    <p:cSldViewPr snapToGrid="0">
      <p:cViewPr varScale="1">
        <p:scale>
          <a:sx n="107" d="100"/>
          <a:sy n="107" d="100"/>
        </p:scale>
        <p:origin x="8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664D4E-E219-D740-A2E6-ED039762A8E0}" type="doc">
      <dgm:prSet loTypeId="urn:microsoft.com/office/officeart/2005/8/layout/cycle1" loCatId="" qsTypeId="urn:microsoft.com/office/officeart/2005/8/quickstyle/simple1" qsCatId="simple" csTypeId="urn:microsoft.com/office/officeart/2005/8/colors/accent1_2" csCatId="accent1" phldr="1"/>
      <dgm:spPr/>
      <dgm:t>
        <a:bodyPr/>
        <a:lstStyle/>
        <a:p>
          <a:endParaRPr lang="en-US"/>
        </a:p>
      </dgm:t>
    </dgm:pt>
    <dgm:pt modelId="{5D8B2E71-E625-9840-9D01-8F62A741BFCF}">
      <dgm:prSet phldrT="[Text]"/>
      <dgm:spPr/>
      <dgm:t>
        <a:bodyPr/>
        <a:lstStyle/>
        <a:p>
          <a:r>
            <a:rPr lang="en-US" dirty="0"/>
            <a:t>Python </a:t>
          </a:r>
          <a:r>
            <a:rPr lang="mk-MK" dirty="0"/>
            <a:t>процеси</a:t>
          </a:r>
          <a:endParaRPr lang="en-US" dirty="0"/>
        </a:p>
      </dgm:t>
    </dgm:pt>
    <dgm:pt modelId="{2356B93C-F6E4-0048-A8B0-68F6567784E5}" type="parTrans" cxnId="{C67904EC-0884-E84D-8A8B-890351741558}">
      <dgm:prSet/>
      <dgm:spPr/>
      <dgm:t>
        <a:bodyPr/>
        <a:lstStyle/>
        <a:p>
          <a:endParaRPr lang="en-US"/>
        </a:p>
      </dgm:t>
    </dgm:pt>
    <dgm:pt modelId="{BFD1B186-D1E9-9849-8206-B9BA24F116ED}" type="sibTrans" cxnId="{C67904EC-0884-E84D-8A8B-890351741558}">
      <dgm:prSet/>
      <dgm:spPr/>
      <dgm:t>
        <a:bodyPr/>
        <a:lstStyle/>
        <a:p>
          <a:endParaRPr lang="en-US"/>
        </a:p>
      </dgm:t>
    </dgm:pt>
    <dgm:pt modelId="{FD857844-BDB8-4F4C-8124-00614843398E}">
      <dgm:prSet phldrT="[Text]"/>
      <dgm:spPr/>
      <dgm:t>
        <a:bodyPr/>
        <a:lstStyle/>
        <a:p>
          <a:r>
            <a:rPr lang="mk-MK" dirty="0">
              <a:latin typeface="Roboto" pitchFamily="2" charset="0"/>
              <a:ea typeface="Roboto" pitchFamily="2" charset="0"/>
            </a:rPr>
            <a:t>Прикажување </a:t>
          </a:r>
          <a:r>
            <a:rPr lang="mk-MK" dirty="0"/>
            <a:t>во </a:t>
          </a:r>
          <a:r>
            <a:rPr lang="en-US" dirty="0"/>
            <a:t>HTML</a:t>
          </a:r>
        </a:p>
      </dgm:t>
    </dgm:pt>
    <dgm:pt modelId="{F4C7F738-3578-284F-BE77-DC0AD749F70D}" type="parTrans" cxnId="{30B5EA94-945A-574F-A7A7-859FEAB052BF}">
      <dgm:prSet/>
      <dgm:spPr/>
      <dgm:t>
        <a:bodyPr/>
        <a:lstStyle/>
        <a:p>
          <a:endParaRPr lang="en-US"/>
        </a:p>
      </dgm:t>
    </dgm:pt>
    <dgm:pt modelId="{F2549B5F-2C2D-2B47-820C-263F2C3B5E58}" type="sibTrans" cxnId="{30B5EA94-945A-574F-A7A7-859FEAB052BF}">
      <dgm:prSet/>
      <dgm:spPr/>
      <dgm:t>
        <a:bodyPr/>
        <a:lstStyle/>
        <a:p>
          <a:endParaRPr lang="en-US"/>
        </a:p>
      </dgm:t>
    </dgm:pt>
    <dgm:pt modelId="{C37EC24D-AB77-164D-821C-3C4E3B5A3F34}">
      <dgm:prSet phldrT="[Text]"/>
      <dgm:spPr/>
      <dgm:t>
        <a:bodyPr/>
        <a:lstStyle/>
        <a:p>
          <a:r>
            <a:rPr lang="mk-MK" dirty="0"/>
            <a:t>Добивање внес од корисник</a:t>
          </a:r>
          <a:endParaRPr lang="en-US" dirty="0"/>
        </a:p>
      </dgm:t>
    </dgm:pt>
    <dgm:pt modelId="{C9AB25BC-97D5-ED49-AE8D-0B4281AD1459}" type="parTrans" cxnId="{B85F52DD-AEDA-F048-975A-AC0F02BC54D7}">
      <dgm:prSet/>
      <dgm:spPr/>
      <dgm:t>
        <a:bodyPr/>
        <a:lstStyle/>
        <a:p>
          <a:endParaRPr lang="en-US"/>
        </a:p>
      </dgm:t>
    </dgm:pt>
    <dgm:pt modelId="{8A1C4485-6C41-494F-B594-8E93C91699E1}" type="sibTrans" cxnId="{B85F52DD-AEDA-F048-975A-AC0F02BC54D7}">
      <dgm:prSet/>
      <dgm:spPr/>
      <dgm:t>
        <a:bodyPr/>
        <a:lstStyle/>
        <a:p>
          <a:endParaRPr lang="en-US"/>
        </a:p>
      </dgm:t>
    </dgm:pt>
    <dgm:pt modelId="{C8A73CC3-2FED-C74C-867B-13212C75FFD6}">
      <dgm:prSet phldrT="[Text]"/>
      <dgm:spPr/>
      <dgm:t>
        <a:bodyPr/>
        <a:lstStyle/>
        <a:p>
          <a:r>
            <a:rPr lang="en-US" dirty="0"/>
            <a:t>Python </a:t>
          </a:r>
          <a:r>
            <a:rPr lang="mk-MK" dirty="0"/>
            <a:t>процеси</a:t>
          </a:r>
          <a:endParaRPr lang="en-US" dirty="0"/>
        </a:p>
      </dgm:t>
    </dgm:pt>
    <dgm:pt modelId="{DDA54356-34D9-054C-AC98-A75553F7C9CD}" type="parTrans" cxnId="{31FAFB7B-BBD2-154A-9927-B8E0E000EE6C}">
      <dgm:prSet/>
      <dgm:spPr/>
      <dgm:t>
        <a:bodyPr/>
        <a:lstStyle/>
        <a:p>
          <a:endParaRPr lang="en-US"/>
        </a:p>
      </dgm:t>
    </dgm:pt>
    <dgm:pt modelId="{3DA8EAEC-2F3D-BB42-A3F4-AFF53E3B70F4}" type="sibTrans" cxnId="{31FAFB7B-BBD2-154A-9927-B8E0E000EE6C}">
      <dgm:prSet/>
      <dgm:spPr/>
      <dgm:t>
        <a:bodyPr/>
        <a:lstStyle/>
        <a:p>
          <a:endParaRPr lang="en-US"/>
        </a:p>
      </dgm:t>
    </dgm:pt>
    <dgm:pt modelId="{4B95AA38-E4FF-B74F-88B8-6F97CB112388}">
      <dgm:prSet phldrT="[Text]"/>
      <dgm:spPr/>
      <dgm:t>
        <a:bodyPr/>
        <a:lstStyle/>
        <a:p>
          <a:r>
            <a:rPr lang="mk-MK" dirty="0"/>
            <a:t>Менување </a:t>
          </a:r>
          <a:r>
            <a:rPr lang="en-US" dirty="0"/>
            <a:t>SQL</a:t>
          </a:r>
          <a:r>
            <a:rPr lang="mk-MK" dirty="0"/>
            <a:t> табели</a:t>
          </a:r>
          <a:endParaRPr lang="en-US" dirty="0"/>
        </a:p>
      </dgm:t>
    </dgm:pt>
    <dgm:pt modelId="{AC232376-2775-F44F-AB8A-2CD2CA5FC68F}" type="parTrans" cxnId="{579A1D3F-FB33-EC42-AC8F-CC93B13042A0}">
      <dgm:prSet/>
      <dgm:spPr/>
      <dgm:t>
        <a:bodyPr/>
        <a:lstStyle/>
        <a:p>
          <a:endParaRPr lang="en-US"/>
        </a:p>
      </dgm:t>
    </dgm:pt>
    <dgm:pt modelId="{8F9BD228-D4CD-364F-B3AD-924D8904A737}" type="sibTrans" cxnId="{579A1D3F-FB33-EC42-AC8F-CC93B13042A0}">
      <dgm:prSet/>
      <dgm:spPr/>
      <dgm:t>
        <a:bodyPr/>
        <a:lstStyle/>
        <a:p>
          <a:endParaRPr lang="en-US"/>
        </a:p>
      </dgm:t>
    </dgm:pt>
    <dgm:pt modelId="{D865FE29-A4C5-3140-93EE-707F7629C2DB}" type="pres">
      <dgm:prSet presAssocID="{44664D4E-E219-D740-A2E6-ED039762A8E0}" presName="cycle" presStyleCnt="0">
        <dgm:presLayoutVars>
          <dgm:dir/>
          <dgm:resizeHandles val="exact"/>
        </dgm:presLayoutVars>
      </dgm:prSet>
      <dgm:spPr/>
    </dgm:pt>
    <dgm:pt modelId="{F41B919D-867F-634B-932F-135C0AF61977}" type="pres">
      <dgm:prSet presAssocID="{5D8B2E71-E625-9840-9D01-8F62A741BFCF}" presName="dummy" presStyleCnt="0"/>
      <dgm:spPr/>
    </dgm:pt>
    <dgm:pt modelId="{260BB470-71D2-B14F-B224-096070036DE7}" type="pres">
      <dgm:prSet presAssocID="{5D8B2E71-E625-9840-9D01-8F62A741BFCF}" presName="node" presStyleLbl="revTx" presStyleIdx="0" presStyleCnt="5">
        <dgm:presLayoutVars>
          <dgm:bulletEnabled val="1"/>
        </dgm:presLayoutVars>
      </dgm:prSet>
      <dgm:spPr/>
    </dgm:pt>
    <dgm:pt modelId="{A4CE1ADA-50E1-AE4A-AB62-3738B204632A}" type="pres">
      <dgm:prSet presAssocID="{BFD1B186-D1E9-9849-8206-B9BA24F116ED}" presName="sibTrans" presStyleLbl="node1" presStyleIdx="0" presStyleCnt="5"/>
      <dgm:spPr/>
    </dgm:pt>
    <dgm:pt modelId="{B34B8A5F-9AED-7347-804C-BA49DEA62315}" type="pres">
      <dgm:prSet presAssocID="{FD857844-BDB8-4F4C-8124-00614843398E}" presName="dummy" presStyleCnt="0"/>
      <dgm:spPr/>
    </dgm:pt>
    <dgm:pt modelId="{DE7E1698-162E-A642-B8E7-48821E640C16}" type="pres">
      <dgm:prSet presAssocID="{FD857844-BDB8-4F4C-8124-00614843398E}" presName="node" presStyleLbl="revTx" presStyleIdx="1" presStyleCnt="5">
        <dgm:presLayoutVars>
          <dgm:bulletEnabled val="1"/>
        </dgm:presLayoutVars>
      </dgm:prSet>
      <dgm:spPr/>
    </dgm:pt>
    <dgm:pt modelId="{CBD7FEC7-D0A1-DF4E-A28F-D3C5AAAAF222}" type="pres">
      <dgm:prSet presAssocID="{F2549B5F-2C2D-2B47-820C-263F2C3B5E58}" presName="sibTrans" presStyleLbl="node1" presStyleIdx="1" presStyleCnt="5"/>
      <dgm:spPr/>
    </dgm:pt>
    <dgm:pt modelId="{3040CE9E-606C-154B-AEB3-F7C4C4E47164}" type="pres">
      <dgm:prSet presAssocID="{C37EC24D-AB77-164D-821C-3C4E3B5A3F34}" presName="dummy" presStyleCnt="0"/>
      <dgm:spPr/>
    </dgm:pt>
    <dgm:pt modelId="{D0549E38-3615-2D48-9233-EA3707BD936B}" type="pres">
      <dgm:prSet presAssocID="{C37EC24D-AB77-164D-821C-3C4E3B5A3F34}" presName="node" presStyleLbl="revTx" presStyleIdx="2" presStyleCnt="5">
        <dgm:presLayoutVars>
          <dgm:bulletEnabled val="1"/>
        </dgm:presLayoutVars>
      </dgm:prSet>
      <dgm:spPr/>
    </dgm:pt>
    <dgm:pt modelId="{779B923B-0436-4C49-BA72-A2739F050C15}" type="pres">
      <dgm:prSet presAssocID="{8A1C4485-6C41-494F-B594-8E93C91699E1}" presName="sibTrans" presStyleLbl="node1" presStyleIdx="2" presStyleCnt="5"/>
      <dgm:spPr/>
    </dgm:pt>
    <dgm:pt modelId="{13AF7293-7BF4-7741-A077-0457B155D803}" type="pres">
      <dgm:prSet presAssocID="{C8A73CC3-2FED-C74C-867B-13212C75FFD6}" presName="dummy" presStyleCnt="0"/>
      <dgm:spPr/>
    </dgm:pt>
    <dgm:pt modelId="{A4744FB3-9E6A-6D42-BFBF-4EF0FD1CD88B}" type="pres">
      <dgm:prSet presAssocID="{C8A73CC3-2FED-C74C-867B-13212C75FFD6}" presName="node" presStyleLbl="revTx" presStyleIdx="3" presStyleCnt="5">
        <dgm:presLayoutVars>
          <dgm:bulletEnabled val="1"/>
        </dgm:presLayoutVars>
      </dgm:prSet>
      <dgm:spPr/>
    </dgm:pt>
    <dgm:pt modelId="{7D664BAA-8163-ED40-99C0-637AD939452E}" type="pres">
      <dgm:prSet presAssocID="{3DA8EAEC-2F3D-BB42-A3F4-AFF53E3B70F4}" presName="sibTrans" presStyleLbl="node1" presStyleIdx="3" presStyleCnt="5"/>
      <dgm:spPr/>
    </dgm:pt>
    <dgm:pt modelId="{4947D867-9ECA-D741-ABF8-6FCB10BB63B9}" type="pres">
      <dgm:prSet presAssocID="{4B95AA38-E4FF-B74F-88B8-6F97CB112388}" presName="dummy" presStyleCnt="0"/>
      <dgm:spPr/>
    </dgm:pt>
    <dgm:pt modelId="{F874E47C-C3A5-1241-A2BE-224FCAAEDA81}" type="pres">
      <dgm:prSet presAssocID="{4B95AA38-E4FF-B74F-88B8-6F97CB112388}" presName="node" presStyleLbl="revTx" presStyleIdx="4" presStyleCnt="5">
        <dgm:presLayoutVars>
          <dgm:bulletEnabled val="1"/>
        </dgm:presLayoutVars>
      </dgm:prSet>
      <dgm:spPr/>
    </dgm:pt>
    <dgm:pt modelId="{995401EE-0032-4344-BC07-EF1AC4EF47AA}" type="pres">
      <dgm:prSet presAssocID="{8F9BD228-D4CD-364F-B3AD-924D8904A737}" presName="sibTrans" presStyleLbl="node1" presStyleIdx="4" presStyleCnt="5"/>
      <dgm:spPr/>
    </dgm:pt>
  </dgm:ptLst>
  <dgm:cxnLst>
    <dgm:cxn modelId="{A3762C05-13E1-A74B-BE9F-43FC3938102B}" type="presOf" srcId="{5D8B2E71-E625-9840-9D01-8F62A741BFCF}" destId="{260BB470-71D2-B14F-B224-096070036DE7}" srcOrd="0" destOrd="0" presId="urn:microsoft.com/office/officeart/2005/8/layout/cycle1"/>
    <dgm:cxn modelId="{785C6A10-BCE9-3C49-AF8D-D24AE0CFB8F6}" type="presOf" srcId="{4B95AA38-E4FF-B74F-88B8-6F97CB112388}" destId="{F874E47C-C3A5-1241-A2BE-224FCAAEDA81}" srcOrd="0" destOrd="0" presId="urn:microsoft.com/office/officeart/2005/8/layout/cycle1"/>
    <dgm:cxn modelId="{72DA8025-8BF7-D44E-90F3-E6ACC3C3B39C}" type="presOf" srcId="{C8A73CC3-2FED-C74C-867B-13212C75FFD6}" destId="{A4744FB3-9E6A-6D42-BFBF-4EF0FD1CD88B}" srcOrd="0" destOrd="0" presId="urn:microsoft.com/office/officeart/2005/8/layout/cycle1"/>
    <dgm:cxn modelId="{1D856D3D-9FB7-4A42-BFD6-14FCE0E8A510}" type="presOf" srcId="{3DA8EAEC-2F3D-BB42-A3F4-AFF53E3B70F4}" destId="{7D664BAA-8163-ED40-99C0-637AD939452E}" srcOrd="0" destOrd="0" presId="urn:microsoft.com/office/officeart/2005/8/layout/cycle1"/>
    <dgm:cxn modelId="{579A1D3F-FB33-EC42-AC8F-CC93B13042A0}" srcId="{44664D4E-E219-D740-A2E6-ED039762A8E0}" destId="{4B95AA38-E4FF-B74F-88B8-6F97CB112388}" srcOrd="4" destOrd="0" parTransId="{AC232376-2775-F44F-AB8A-2CD2CA5FC68F}" sibTransId="{8F9BD228-D4CD-364F-B3AD-924D8904A737}"/>
    <dgm:cxn modelId="{526CA958-C11F-794E-981D-42CFA29CF1F5}" type="presOf" srcId="{C37EC24D-AB77-164D-821C-3C4E3B5A3F34}" destId="{D0549E38-3615-2D48-9233-EA3707BD936B}" srcOrd="0" destOrd="0" presId="urn:microsoft.com/office/officeart/2005/8/layout/cycle1"/>
    <dgm:cxn modelId="{31FAFB7B-BBD2-154A-9927-B8E0E000EE6C}" srcId="{44664D4E-E219-D740-A2E6-ED039762A8E0}" destId="{C8A73CC3-2FED-C74C-867B-13212C75FFD6}" srcOrd="3" destOrd="0" parTransId="{DDA54356-34D9-054C-AC98-A75553F7C9CD}" sibTransId="{3DA8EAEC-2F3D-BB42-A3F4-AFF53E3B70F4}"/>
    <dgm:cxn modelId="{30B5EA94-945A-574F-A7A7-859FEAB052BF}" srcId="{44664D4E-E219-D740-A2E6-ED039762A8E0}" destId="{FD857844-BDB8-4F4C-8124-00614843398E}" srcOrd="1" destOrd="0" parTransId="{F4C7F738-3578-284F-BE77-DC0AD749F70D}" sibTransId="{F2549B5F-2C2D-2B47-820C-263F2C3B5E58}"/>
    <dgm:cxn modelId="{36465F99-C4AE-5344-AC42-866369692293}" type="presOf" srcId="{BFD1B186-D1E9-9849-8206-B9BA24F116ED}" destId="{A4CE1ADA-50E1-AE4A-AB62-3738B204632A}" srcOrd="0" destOrd="0" presId="urn:microsoft.com/office/officeart/2005/8/layout/cycle1"/>
    <dgm:cxn modelId="{56F45BC4-64E2-C446-B179-C46231178052}" type="presOf" srcId="{F2549B5F-2C2D-2B47-820C-263F2C3B5E58}" destId="{CBD7FEC7-D0A1-DF4E-A28F-D3C5AAAAF222}" srcOrd="0" destOrd="0" presId="urn:microsoft.com/office/officeart/2005/8/layout/cycle1"/>
    <dgm:cxn modelId="{9C161CCB-781F-9849-8E76-2FF3EB749597}" type="presOf" srcId="{8F9BD228-D4CD-364F-B3AD-924D8904A737}" destId="{995401EE-0032-4344-BC07-EF1AC4EF47AA}" srcOrd="0" destOrd="0" presId="urn:microsoft.com/office/officeart/2005/8/layout/cycle1"/>
    <dgm:cxn modelId="{B85F52DD-AEDA-F048-975A-AC0F02BC54D7}" srcId="{44664D4E-E219-D740-A2E6-ED039762A8E0}" destId="{C37EC24D-AB77-164D-821C-3C4E3B5A3F34}" srcOrd="2" destOrd="0" parTransId="{C9AB25BC-97D5-ED49-AE8D-0B4281AD1459}" sibTransId="{8A1C4485-6C41-494F-B594-8E93C91699E1}"/>
    <dgm:cxn modelId="{47E623E1-36FD-714D-B646-97F7CFB46835}" type="presOf" srcId="{FD857844-BDB8-4F4C-8124-00614843398E}" destId="{DE7E1698-162E-A642-B8E7-48821E640C16}" srcOrd="0" destOrd="0" presId="urn:microsoft.com/office/officeart/2005/8/layout/cycle1"/>
    <dgm:cxn modelId="{36B131EB-027E-F749-BE87-E37B20FACAD1}" type="presOf" srcId="{44664D4E-E219-D740-A2E6-ED039762A8E0}" destId="{D865FE29-A4C5-3140-93EE-707F7629C2DB}" srcOrd="0" destOrd="0" presId="urn:microsoft.com/office/officeart/2005/8/layout/cycle1"/>
    <dgm:cxn modelId="{C67904EC-0884-E84D-8A8B-890351741558}" srcId="{44664D4E-E219-D740-A2E6-ED039762A8E0}" destId="{5D8B2E71-E625-9840-9D01-8F62A741BFCF}" srcOrd="0" destOrd="0" parTransId="{2356B93C-F6E4-0048-A8B0-68F6567784E5}" sibTransId="{BFD1B186-D1E9-9849-8206-B9BA24F116ED}"/>
    <dgm:cxn modelId="{42AFA0FE-522F-5641-8288-7D93CFA2E3D9}" type="presOf" srcId="{8A1C4485-6C41-494F-B594-8E93C91699E1}" destId="{779B923B-0436-4C49-BA72-A2739F050C15}" srcOrd="0" destOrd="0" presId="urn:microsoft.com/office/officeart/2005/8/layout/cycle1"/>
    <dgm:cxn modelId="{A56867C4-4FDC-C24D-B19C-7C7E3195042C}" type="presParOf" srcId="{D865FE29-A4C5-3140-93EE-707F7629C2DB}" destId="{F41B919D-867F-634B-932F-135C0AF61977}" srcOrd="0" destOrd="0" presId="urn:microsoft.com/office/officeart/2005/8/layout/cycle1"/>
    <dgm:cxn modelId="{FB7EC0C5-E15C-4248-90DE-AA5D8CD5B97F}" type="presParOf" srcId="{D865FE29-A4C5-3140-93EE-707F7629C2DB}" destId="{260BB470-71D2-B14F-B224-096070036DE7}" srcOrd="1" destOrd="0" presId="urn:microsoft.com/office/officeart/2005/8/layout/cycle1"/>
    <dgm:cxn modelId="{D67A8BCB-28C5-C343-B657-594D0748C0E2}" type="presParOf" srcId="{D865FE29-A4C5-3140-93EE-707F7629C2DB}" destId="{A4CE1ADA-50E1-AE4A-AB62-3738B204632A}" srcOrd="2" destOrd="0" presId="urn:microsoft.com/office/officeart/2005/8/layout/cycle1"/>
    <dgm:cxn modelId="{CF208B7D-5832-CB4C-A302-4D2C47B6BFDC}" type="presParOf" srcId="{D865FE29-A4C5-3140-93EE-707F7629C2DB}" destId="{B34B8A5F-9AED-7347-804C-BA49DEA62315}" srcOrd="3" destOrd="0" presId="urn:microsoft.com/office/officeart/2005/8/layout/cycle1"/>
    <dgm:cxn modelId="{E38FEE9D-682D-024A-AFBA-CC317E62E809}" type="presParOf" srcId="{D865FE29-A4C5-3140-93EE-707F7629C2DB}" destId="{DE7E1698-162E-A642-B8E7-48821E640C16}" srcOrd="4" destOrd="0" presId="urn:microsoft.com/office/officeart/2005/8/layout/cycle1"/>
    <dgm:cxn modelId="{B9239A4C-4227-674F-89A8-39B4FD19CA4E}" type="presParOf" srcId="{D865FE29-A4C5-3140-93EE-707F7629C2DB}" destId="{CBD7FEC7-D0A1-DF4E-A28F-D3C5AAAAF222}" srcOrd="5" destOrd="0" presId="urn:microsoft.com/office/officeart/2005/8/layout/cycle1"/>
    <dgm:cxn modelId="{5169B12E-0439-3043-9A79-FAC45664C694}" type="presParOf" srcId="{D865FE29-A4C5-3140-93EE-707F7629C2DB}" destId="{3040CE9E-606C-154B-AEB3-F7C4C4E47164}" srcOrd="6" destOrd="0" presId="urn:microsoft.com/office/officeart/2005/8/layout/cycle1"/>
    <dgm:cxn modelId="{4AE82F10-7EF6-5240-8453-128149DC246C}" type="presParOf" srcId="{D865FE29-A4C5-3140-93EE-707F7629C2DB}" destId="{D0549E38-3615-2D48-9233-EA3707BD936B}" srcOrd="7" destOrd="0" presId="urn:microsoft.com/office/officeart/2005/8/layout/cycle1"/>
    <dgm:cxn modelId="{26E0308B-B97B-9E44-8A07-BA6C6ED78C19}" type="presParOf" srcId="{D865FE29-A4C5-3140-93EE-707F7629C2DB}" destId="{779B923B-0436-4C49-BA72-A2739F050C15}" srcOrd="8" destOrd="0" presId="urn:microsoft.com/office/officeart/2005/8/layout/cycle1"/>
    <dgm:cxn modelId="{E7806259-D94B-4F41-B62B-993551FA3B87}" type="presParOf" srcId="{D865FE29-A4C5-3140-93EE-707F7629C2DB}" destId="{13AF7293-7BF4-7741-A077-0457B155D803}" srcOrd="9" destOrd="0" presId="urn:microsoft.com/office/officeart/2005/8/layout/cycle1"/>
    <dgm:cxn modelId="{F77B6D4D-F27E-B145-830F-43796FF5EF8D}" type="presParOf" srcId="{D865FE29-A4C5-3140-93EE-707F7629C2DB}" destId="{A4744FB3-9E6A-6D42-BFBF-4EF0FD1CD88B}" srcOrd="10" destOrd="0" presId="urn:microsoft.com/office/officeart/2005/8/layout/cycle1"/>
    <dgm:cxn modelId="{F08D79D1-782E-CE42-870F-F4D26F5621FA}" type="presParOf" srcId="{D865FE29-A4C5-3140-93EE-707F7629C2DB}" destId="{7D664BAA-8163-ED40-99C0-637AD939452E}" srcOrd="11" destOrd="0" presId="urn:microsoft.com/office/officeart/2005/8/layout/cycle1"/>
    <dgm:cxn modelId="{10868A31-2270-A54B-9625-E20D47C6FE06}" type="presParOf" srcId="{D865FE29-A4C5-3140-93EE-707F7629C2DB}" destId="{4947D867-9ECA-D741-ABF8-6FCB10BB63B9}" srcOrd="12" destOrd="0" presId="urn:microsoft.com/office/officeart/2005/8/layout/cycle1"/>
    <dgm:cxn modelId="{4872B4CF-7880-AB43-A4C7-5C1385F5ACA3}" type="presParOf" srcId="{D865FE29-A4C5-3140-93EE-707F7629C2DB}" destId="{F874E47C-C3A5-1241-A2BE-224FCAAEDA81}" srcOrd="13" destOrd="0" presId="urn:microsoft.com/office/officeart/2005/8/layout/cycle1"/>
    <dgm:cxn modelId="{AF14AE07-D42F-A746-88E9-71328867F18C}" type="presParOf" srcId="{D865FE29-A4C5-3140-93EE-707F7629C2DB}" destId="{995401EE-0032-4344-BC07-EF1AC4EF47AA}"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BB470-71D2-B14F-B224-096070036DE7}">
      <dsp:nvSpPr>
        <dsp:cNvPr id="0" name=""/>
        <dsp:cNvSpPr/>
      </dsp:nvSpPr>
      <dsp:spPr>
        <a:xfrm>
          <a:off x="4704665" y="39140"/>
          <a:ext cx="1341437" cy="134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Python </a:t>
          </a:r>
          <a:r>
            <a:rPr lang="mk-MK" sz="1500" kern="1200" dirty="0"/>
            <a:t>процеси</a:t>
          </a:r>
          <a:endParaRPr lang="en-US" sz="1500" kern="1200" dirty="0"/>
        </a:p>
      </dsp:txBody>
      <dsp:txXfrm>
        <a:off x="4704665" y="39140"/>
        <a:ext cx="1341437" cy="1341437"/>
      </dsp:txXfrm>
    </dsp:sp>
    <dsp:sp modelId="{A4CE1ADA-50E1-AE4A-AB62-3738B204632A}">
      <dsp:nvSpPr>
        <dsp:cNvPr id="0" name=""/>
        <dsp:cNvSpPr/>
      </dsp:nvSpPr>
      <dsp:spPr>
        <a:xfrm>
          <a:off x="1549560" y="385"/>
          <a:ext cx="5028878" cy="5028878"/>
        </a:xfrm>
        <a:prstGeom prst="circularArrow">
          <a:avLst>
            <a:gd name="adj1" fmla="val 5202"/>
            <a:gd name="adj2" fmla="val 336015"/>
            <a:gd name="adj3" fmla="val 21292825"/>
            <a:gd name="adj4" fmla="val 19766604"/>
            <a:gd name="adj5" fmla="val 606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7E1698-162E-A642-B8E7-48821E640C16}">
      <dsp:nvSpPr>
        <dsp:cNvPr id="0" name=""/>
        <dsp:cNvSpPr/>
      </dsp:nvSpPr>
      <dsp:spPr>
        <a:xfrm>
          <a:off x="5515145" y="2533541"/>
          <a:ext cx="1341437" cy="134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mk-MK" sz="1500" kern="1200" dirty="0">
              <a:latin typeface="Roboto" pitchFamily="2" charset="0"/>
              <a:ea typeface="Roboto" pitchFamily="2" charset="0"/>
            </a:rPr>
            <a:t>Прикажување </a:t>
          </a:r>
          <a:r>
            <a:rPr lang="mk-MK" sz="1500" kern="1200" dirty="0"/>
            <a:t>во </a:t>
          </a:r>
          <a:r>
            <a:rPr lang="en-US" sz="1500" kern="1200" dirty="0"/>
            <a:t>HTML</a:t>
          </a:r>
        </a:p>
      </dsp:txBody>
      <dsp:txXfrm>
        <a:off x="5515145" y="2533541"/>
        <a:ext cx="1341437" cy="1341437"/>
      </dsp:txXfrm>
    </dsp:sp>
    <dsp:sp modelId="{CBD7FEC7-D0A1-DF4E-A28F-D3C5AAAAF222}">
      <dsp:nvSpPr>
        <dsp:cNvPr id="0" name=""/>
        <dsp:cNvSpPr/>
      </dsp:nvSpPr>
      <dsp:spPr>
        <a:xfrm>
          <a:off x="1549560" y="385"/>
          <a:ext cx="5028878" cy="5028878"/>
        </a:xfrm>
        <a:prstGeom prst="circularArrow">
          <a:avLst>
            <a:gd name="adj1" fmla="val 5202"/>
            <a:gd name="adj2" fmla="val 336015"/>
            <a:gd name="adj3" fmla="val 4014266"/>
            <a:gd name="adj4" fmla="val 2253829"/>
            <a:gd name="adj5" fmla="val 606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549E38-3615-2D48-9233-EA3707BD936B}">
      <dsp:nvSpPr>
        <dsp:cNvPr id="0" name=""/>
        <dsp:cNvSpPr/>
      </dsp:nvSpPr>
      <dsp:spPr>
        <a:xfrm>
          <a:off x="3393281" y="4075166"/>
          <a:ext cx="1341437" cy="134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mk-MK" sz="1500" kern="1200" dirty="0"/>
            <a:t>Добивање внес од корисник</a:t>
          </a:r>
          <a:endParaRPr lang="en-US" sz="1500" kern="1200" dirty="0"/>
        </a:p>
      </dsp:txBody>
      <dsp:txXfrm>
        <a:off x="3393281" y="4075166"/>
        <a:ext cx="1341437" cy="1341437"/>
      </dsp:txXfrm>
    </dsp:sp>
    <dsp:sp modelId="{779B923B-0436-4C49-BA72-A2739F050C15}">
      <dsp:nvSpPr>
        <dsp:cNvPr id="0" name=""/>
        <dsp:cNvSpPr/>
      </dsp:nvSpPr>
      <dsp:spPr>
        <a:xfrm>
          <a:off x="1549560" y="385"/>
          <a:ext cx="5028878" cy="5028878"/>
        </a:xfrm>
        <a:prstGeom prst="circularArrow">
          <a:avLst>
            <a:gd name="adj1" fmla="val 5202"/>
            <a:gd name="adj2" fmla="val 336015"/>
            <a:gd name="adj3" fmla="val 8210155"/>
            <a:gd name="adj4" fmla="val 6449719"/>
            <a:gd name="adj5" fmla="val 606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744FB3-9E6A-6D42-BFBF-4EF0FD1CD88B}">
      <dsp:nvSpPr>
        <dsp:cNvPr id="0" name=""/>
        <dsp:cNvSpPr/>
      </dsp:nvSpPr>
      <dsp:spPr>
        <a:xfrm>
          <a:off x="1271416" y="2533541"/>
          <a:ext cx="1341437" cy="134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Python </a:t>
          </a:r>
          <a:r>
            <a:rPr lang="mk-MK" sz="1500" kern="1200" dirty="0"/>
            <a:t>процеси</a:t>
          </a:r>
          <a:endParaRPr lang="en-US" sz="1500" kern="1200" dirty="0"/>
        </a:p>
      </dsp:txBody>
      <dsp:txXfrm>
        <a:off x="1271416" y="2533541"/>
        <a:ext cx="1341437" cy="1341437"/>
      </dsp:txXfrm>
    </dsp:sp>
    <dsp:sp modelId="{7D664BAA-8163-ED40-99C0-637AD939452E}">
      <dsp:nvSpPr>
        <dsp:cNvPr id="0" name=""/>
        <dsp:cNvSpPr/>
      </dsp:nvSpPr>
      <dsp:spPr>
        <a:xfrm>
          <a:off x="1549560" y="385"/>
          <a:ext cx="5028878" cy="5028878"/>
        </a:xfrm>
        <a:prstGeom prst="circularArrow">
          <a:avLst>
            <a:gd name="adj1" fmla="val 5202"/>
            <a:gd name="adj2" fmla="val 336015"/>
            <a:gd name="adj3" fmla="val 12297380"/>
            <a:gd name="adj4" fmla="val 10771160"/>
            <a:gd name="adj5" fmla="val 606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74E47C-C3A5-1241-A2BE-224FCAAEDA81}">
      <dsp:nvSpPr>
        <dsp:cNvPr id="0" name=""/>
        <dsp:cNvSpPr/>
      </dsp:nvSpPr>
      <dsp:spPr>
        <a:xfrm>
          <a:off x="2081896" y="39140"/>
          <a:ext cx="1341437" cy="134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mk-MK" sz="1500" kern="1200" dirty="0"/>
            <a:t>Менување </a:t>
          </a:r>
          <a:r>
            <a:rPr lang="en-US" sz="1500" kern="1200" dirty="0"/>
            <a:t>SQL</a:t>
          </a:r>
          <a:r>
            <a:rPr lang="mk-MK" sz="1500" kern="1200" dirty="0"/>
            <a:t> табели</a:t>
          </a:r>
          <a:endParaRPr lang="en-US" sz="1500" kern="1200" dirty="0"/>
        </a:p>
      </dsp:txBody>
      <dsp:txXfrm>
        <a:off x="2081896" y="39140"/>
        <a:ext cx="1341437" cy="1341437"/>
      </dsp:txXfrm>
    </dsp:sp>
    <dsp:sp modelId="{995401EE-0032-4344-BC07-EF1AC4EF47AA}">
      <dsp:nvSpPr>
        <dsp:cNvPr id="0" name=""/>
        <dsp:cNvSpPr/>
      </dsp:nvSpPr>
      <dsp:spPr>
        <a:xfrm>
          <a:off x="1549560" y="385"/>
          <a:ext cx="5028878" cy="5028878"/>
        </a:xfrm>
        <a:prstGeom prst="circularArrow">
          <a:avLst>
            <a:gd name="adj1" fmla="val 5202"/>
            <a:gd name="adj2" fmla="val 336015"/>
            <a:gd name="adj3" fmla="val 16865256"/>
            <a:gd name="adj4" fmla="val 15198729"/>
            <a:gd name="adj5" fmla="val 606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DDCF35-D986-F641-8505-CBF1E7F26D8D}"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1667535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DCF35-D986-F641-8505-CBF1E7F26D8D}"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4126880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DCF35-D986-F641-8505-CBF1E7F26D8D}"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2613971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DDCF35-D986-F641-8505-CBF1E7F26D8D}"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1986182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DCF35-D986-F641-8505-CBF1E7F26D8D}"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338961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DDCF35-D986-F641-8505-CBF1E7F26D8D}"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763914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DDCF35-D986-F641-8505-CBF1E7F26D8D}"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132966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DCF35-D986-F641-8505-CBF1E7F26D8D}"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4080327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DCF35-D986-F641-8505-CBF1E7F26D8D}"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303463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DCF35-D986-F641-8505-CBF1E7F26D8D}"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2453935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DCF35-D986-F641-8505-CBF1E7F26D8D}"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3266-BE9A-A642-8466-34E563A449D9}" type="slidenum">
              <a:rPr lang="en-US" smtClean="0"/>
              <a:t>‹#›</a:t>
            </a:fld>
            <a:endParaRPr lang="en-US"/>
          </a:p>
        </p:txBody>
      </p:sp>
    </p:spTree>
    <p:extLst>
      <p:ext uri="{BB962C8B-B14F-4D97-AF65-F5344CB8AC3E}">
        <p14:creationId xmlns:p14="http://schemas.microsoft.com/office/powerpoint/2010/main" val="2708704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62DDCF35-D986-F641-8505-CBF1E7F26D8D}" type="datetimeFigureOut">
              <a:rPr lang="en-US" smtClean="0"/>
              <a:t>5/9/2026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B2AC3266-BE9A-A642-8466-34E563A449D9}" type="slidenum">
              <a:rPr lang="en-US" smtClean="0"/>
              <a:t>‹#›</a:t>
            </a:fld>
            <a:endParaRPr lang="en-US"/>
          </a:p>
        </p:txBody>
      </p:sp>
    </p:spTree>
    <p:extLst>
      <p:ext uri="{BB962C8B-B14F-4D97-AF65-F5344CB8AC3E}">
        <p14:creationId xmlns:p14="http://schemas.microsoft.com/office/powerpoint/2010/main" val="42947379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CFB3B192-7EAF-B30A-D233-DB7860AD2FF7}"/>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507E114E-9FE4-C791-9B97-2A6D3480EF44}"/>
              </a:ext>
            </a:extLst>
          </p:cNvPr>
          <p:cNvSpPr/>
          <p:nvPr/>
        </p:nvSpPr>
        <p:spPr>
          <a:xfrm>
            <a:off x="1362594"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Почеток</a:t>
            </a:r>
            <a:endParaRPr lang="en-US" dirty="0">
              <a:solidFill>
                <a:schemeClr val="accent2"/>
              </a:solidFill>
              <a:latin typeface="Roboto" pitchFamily="2" charset="0"/>
              <a:ea typeface="Roboto" pitchFamily="2" charset="0"/>
            </a:endParaRPr>
          </a:p>
        </p:txBody>
      </p:sp>
      <p:sp>
        <p:nvSpPr>
          <p:cNvPr id="6" name="Rounded Rectangle 5">
            <a:extLst>
              <a:ext uri="{FF2B5EF4-FFF2-40B4-BE49-F238E27FC236}">
                <a16:creationId xmlns:a16="http://schemas.microsoft.com/office/drawing/2014/main" id="{069310D2-0006-7A3C-C646-94946367FA86}"/>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9717D123-685C-3C89-046F-18FF4A11D139}"/>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9" name="Rounded Rectangle 8">
            <a:extLst>
              <a:ext uri="{FF2B5EF4-FFF2-40B4-BE49-F238E27FC236}">
                <a16:creationId xmlns:a16="http://schemas.microsoft.com/office/drawing/2014/main" id="{626B778F-11AB-AAE2-B42A-A169FC3DC488}"/>
              </a:ext>
            </a:extLst>
          </p:cNvPr>
          <p:cNvSpPr/>
          <p:nvPr/>
        </p:nvSpPr>
        <p:spPr>
          <a:xfrm>
            <a:off x="4640769"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Наставни единици</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C8B02EFD-D562-F6AE-41BB-93434DC1C354}"/>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F7FE1E2B-8D1C-331E-EE9A-A152E9873A2B}"/>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2" name="TextBox 1">
            <a:extLst>
              <a:ext uri="{FF2B5EF4-FFF2-40B4-BE49-F238E27FC236}">
                <a16:creationId xmlns:a16="http://schemas.microsoft.com/office/drawing/2014/main" id="{FBF36B22-C211-B5D5-A6AB-0110EFA38B1B}"/>
              </a:ext>
            </a:extLst>
          </p:cNvPr>
          <p:cNvSpPr txBox="1"/>
          <p:nvPr/>
        </p:nvSpPr>
        <p:spPr>
          <a:xfrm>
            <a:off x="185331" y="1238231"/>
            <a:ext cx="10264463" cy="646331"/>
          </a:xfrm>
          <a:prstGeom prst="rect">
            <a:avLst/>
          </a:prstGeom>
          <a:noFill/>
        </p:spPr>
        <p:txBody>
          <a:bodyPr wrap="square" rtlCol="0">
            <a:spAutoFit/>
          </a:bodyPr>
          <a:lstStyle/>
          <a:p>
            <a:r>
              <a:rPr lang="en-US" sz="3600" b="1" dirty="0">
                <a:latin typeface="Roboto" pitchFamily="2" charset="0"/>
                <a:ea typeface="Roboto" pitchFamily="2" charset="0"/>
              </a:rPr>
              <a:t>Crowd Opinion Snapshot</a:t>
            </a:r>
            <a:r>
              <a:rPr lang="mk-MK" sz="3600" b="1" dirty="0">
                <a:latin typeface="Roboto" pitchFamily="2" charset="0"/>
                <a:ea typeface="Roboto" pitchFamily="2" charset="0"/>
              </a:rPr>
              <a:t> проект</a:t>
            </a:r>
            <a:endParaRPr lang="en-US" sz="3600" b="1" dirty="0">
              <a:latin typeface="Roboto" pitchFamily="2" charset="0"/>
              <a:ea typeface="Roboto" pitchFamily="2" charset="0"/>
            </a:endParaRPr>
          </a:p>
        </p:txBody>
      </p:sp>
      <p:sp>
        <p:nvSpPr>
          <p:cNvPr id="3" name="TextBox 2">
            <a:extLst>
              <a:ext uri="{FF2B5EF4-FFF2-40B4-BE49-F238E27FC236}">
                <a16:creationId xmlns:a16="http://schemas.microsoft.com/office/drawing/2014/main" id="{7E4F8D9C-72EC-6161-17E3-72D6CA2C073B}"/>
              </a:ext>
            </a:extLst>
          </p:cNvPr>
          <p:cNvSpPr txBox="1"/>
          <p:nvPr/>
        </p:nvSpPr>
        <p:spPr>
          <a:xfrm flipH="1">
            <a:off x="281048" y="1913652"/>
            <a:ext cx="5713310" cy="523220"/>
          </a:xfrm>
          <a:prstGeom prst="rect">
            <a:avLst/>
          </a:prstGeom>
          <a:noFill/>
        </p:spPr>
        <p:txBody>
          <a:bodyPr wrap="square" rtlCol="0">
            <a:spAutoFit/>
          </a:bodyPr>
          <a:lstStyle/>
          <a:p>
            <a:r>
              <a:rPr lang="mk-MK" sz="2800" dirty="0">
                <a:latin typeface="Roboto" pitchFamily="2" charset="0"/>
                <a:ea typeface="Roboto" pitchFamily="2" charset="0"/>
              </a:rPr>
              <a:t>Јаков Т. Несторовски – 9.5.2026</a:t>
            </a:r>
            <a:endParaRPr lang="en-US" sz="2800" dirty="0">
              <a:latin typeface="Roboto" pitchFamily="2" charset="0"/>
              <a:ea typeface="Roboto" pitchFamily="2" charset="0"/>
            </a:endParaRPr>
          </a:p>
        </p:txBody>
      </p:sp>
      <p:pic>
        <p:nvPicPr>
          <p:cNvPr id="39" name="Picture 38">
            <a:extLst>
              <a:ext uri="{FF2B5EF4-FFF2-40B4-BE49-F238E27FC236}">
                <a16:creationId xmlns:a16="http://schemas.microsoft.com/office/drawing/2014/main" id="{FDD30630-18C1-87FF-1CDE-D326556AEA39}"/>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281048" y="2465962"/>
            <a:ext cx="11129594" cy="4077820"/>
          </a:xfrm>
          <a:prstGeom prst="rect">
            <a:avLst/>
          </a:prstGeom>
        </p:spPr>
      </p:pic>
    </p:spTree>
    <p:extLst>
      <p:ext uri="{BB962C8B-B14F-4D97-AF65-F5344CB8AC3E}">
        <p14:creationId xmlns:p14="http://schemas.microsoft.com/office/powerpoint/2010/main" val="3557905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DF04B043-EFA4-D789-7715-BCA9B6F70332}"/>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37DF849E-10E8-F3E8-4DE3-B025E483DB69}"/>
              </a:ext>
            </a:extLst>
          </p:cNvPr>
          <p:cNvSpPr/>
          <p:nvPr/>
        </p:nvSpPr>
        <p:spPr>
          <a:xfrm>
            <a:off x="3001682"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Основна идеа</a:t>
            </a:r>
            <a:endParaRPr lang="en-US" dirty="0">
              <a:solidFill>
                <a:schemeClr val="accent2"/>
              </a:solidFill>
              <a:latin typeface="Roboto" pitchFamily="2" charset="0"/>
              <a:ea typeface="Roboto" pitchFamily="2" charset="0"/>
            </a:endParaRPr>
          </a:p>
        </p:txBody>
      </p:sp>
      <p:sp>
        <p:nvSpPr>
          <p:cNvPr id="6" name="Rounded Rectangle 5">
            <a:extLst>
              <a:ext uri="{FF2B5EF4-FFF2-40B4-BE49-F238E27FC236}">
                <a16:creationId xmlns:a16="http://schemas.microsoft.com/office/drawing/2014/main" id="{7EF340ED-355C-C281-7CD7-A7C2591684C0}"/>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EC241D2E-C09F-4EBC-9767-6DAEB16AC906}"/>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9" name="Rounded Rectangle 8">
            <a:extLst>
              <a:ext uri="{FF2B5EF4-FFF2-40B4-BE49-F238E27FC236}">
                <a16:creationId xmlns:a16="http://schemas.microsoft.com/office/drawing/2014/main" id="{BC420473-CFEE-3A6A-7DD2-B11C37BD972F}"/>
              </a:ext>
            </a:extLst>
          </p:cNvPr>
          <p:cNvSpPr/>
          <p:nvPr/>
        </p:nvSpPr>
        <p:spPr>
          <a:xfrm>
            <a:off x="4640769"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Наставни единици</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C83522AB-B115-C533-0E2D-AC5B068987D9}"/>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36637793-2918-949A-5E4A-F7CF4908F7D8}"/>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2" name="TextBox 1">
            <a:extLst>
              <a:ext uri="{FF2B5EF4-FFF2-40B4-BE49-F238E27FC236}">
                <a16:creationId xmlns:a16="http://schemas.microsoft.com/office/drawing/2014/main" id="{1E98236D-E863-0E2D-E6BB-9152FACD305E}"/>
              </a:ext>
            </a:extLst>
          </p:cNvPr>
          <p:cNvSpPr txBox="1"/>
          <p:nvPr/>
        </p:nvSpPr>
        <p:spPr>
          <a:xfrm>
            <a:off x="185331" y="1238231"/>
            <a:ext cx="10264463" cy="646331"/>
          </a:xfrm>
          <a:prstGeom prst="rect">
            <a:avLst/>
          </a:prstGeom>
          <a:noFill/>
        </p:spPr>
        <p:txBody>
          <a:bodyPr wrap="square" rtlCol="0">
            <a:spAutoFit/>
          </a:bodyPr>
          <a:lstStyle/>
          <a:p>
            <a:r>
              <a:rPr lang="mk-MK" sz="3600" b="1" dirty="0">
                <a:latin typeface="Roboto" pitchFamily="2" charset="0"/>
                <a:ea typeface="Roboto" pitchFamily="2" charset="0"/>
              </a:rPr>
              <a:t>Основна идеа</a:t>
            </a:r>
            <a:endParaRPr lang="en-US" sz="3600" b="1" dirty="0">
              <a:latin typeface="Roboto" pitchFamily="2" charset="0"/>
              <a:ea typeface="Roboto" pitchFamily="2" charset="0"/>
            </a:endParaRPr>
          </a:p>
        </p:txBody>
      </p:sp>
      <p:sp>
        <p:nvSpPr>
          <p:cNvPr id="3" name="TextBox 2">
            <a:extLst>
              <a:ext uri="{FF2B5EF4-FFF2-40B4-BE49-F238E27FC236}">
                <a16:creationId xmlns:a16="http://schemas.microsoft.com/office/drawing/2014/main" id="{316EEDC4-7F37-E5F5-E64C-E2C7D408EA0D}"/>
              </a:ext>
            </a:extLst>
          </p:cNvPr>
          <p:cNvSpPr txBox="1"/>
          <p:nvPr/>
        </p:nvSpPr>
        <p:spPr>
          <a:xfrm flipH="1">
            <a:off x="281047" y="1913652"/>
            <a:ext cx="6594766" cy="4630130"/>
          </a:xfrm>
          <a:prstGeom prst="rect">
            <a:avLst/>
          </a:prstGeom>
          <a:noFill/>
        </p:spPr>
        <p:txBody>
          <a:bodyPr wrap="square" rtlCol="0">
            <a:spAutoFit/>
          </a:bodyPr>
          <a:lstStyle/>
          <a:p>
            <a:r>
              <a:rPr lang="mk-MK" sz="3200" dirty="0">
                <a:latin typeface="Roboto" pitchFamily="2" charset="0"/>
                <a:ea typeface="Roboto" pitchFamily="2" charset="0"/>
              </a:rPr>
              <a:t>Основната идеа на овој проект е да постои лесно употреблива веб апликација каде што корисници можат да прашуваат и да одговараат на јавни или приватни прашања. Оваа веб апликација треба да има лесен и убав кориснички интерфејс, да функционира брзо и без грешки.</a:t>
            </a:r>
            <a:endParaRPr lang="en-US" sz="3200" dirty="0">
              <a:latin typeface="Roboto" pitchFamily="2" charset="0"/>
              <a:ea typeface="Roboto" pitchFamily="2" charset="0"/>
            </a:endParaRPr>
          </a:p>
        </p:txBody>
      </p:sp>
      <p:sp>
        <p:nvSpPr>
          <p:cNvPr id="15" name="Rounded Rectangle 14">
            <a:extLst>
              <a:ext uri="{FF2B5EF4-FFF2-40B4-BE49-F238E27FC236}">
                <a16:creationId xmlns:a16="http://schemas.microsoft.com/office/drawing/2014/main" id="{E80EA25B-0ED7-2E9D-5199-5D6345E42C89}"/>
              </a:ext>
            </a:extLst>
          </p:cNvPr>
          <p:cNvSpPr/>
          <p:nvPr/>
        </p:nvSpPr>
        <p:spPr>
          <a:xfrm>
            <a:off x="7367589" y="1310659"/>
            <a:ext cx="6594766" cy="6178783"/>
          </a:xfrm>
          <a:prstGeom prst="roundRect">
            <a:avLst/>
          </a:prstGeom>
          <a:blipFill>
            <a:blip r:embed="rId2">
              <a:extLst>
                <a:ext uri="{BEBA8EAE-BF5A-486C-A8C5-ECC9F3942E4B}">
                  <a14:imgProps xmlns:a14="http://schemas.microsoft.com/office/drawing/2010/main">
                    <a14:imgLayer r:embed="rId3">
                      <a14:imgEffect>
                        <a14:artisticBlur radius="41"/>
                      </a14:imgEffect>
                    </a14:imgLayer>
                  </a14:imgProps>
                </a:ext>
              </a:extLst>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583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515EBAC2-5711-707D-8C48-0EF5C21853C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D30AF615-EBB1-884C-A8FF-AE20987221E0}"/>
              </a:ext>
            </a:extLst>
          </p:cNvPr>
          <p:cNvSpPr/>
          <p:nvPr/>
        </p:nvSpPr>
        <p:spPr>
          <a:xfrm>
            <a:off x="4558553"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Наставни единици</a:t>
            </a:r>
          </a:p>
        </p:txBody>
      </p:sp>
      <p:sp>
        <p:nvSpPr>
          <p:cNvPr id="6" name="Rounded Rectangle 5">
            <a:extLst>
              <a:ext uri="{FF2B5EF4-FFF2-40B4-BE49-F238E27FC236}">
                <a16:creationId xmlns:a16="http://schemas.microsoft.com/office/drawing/2014/main" id="{181E73D8-2A6A-12C5-8403-AC18B824CEB4}"/>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891903AA-5901-D107-C28A-C0F985068BE5}"/>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FE7BAF96-1E48-DB9E-D71B-E848DDB2E1CA}"/>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91710F83-FCA1-CC69-8206-33139F1BC30A}"/>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8098985D-301B-F13A-01C7-E3C0F831298C}"/>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7067C640-C95C-62CD-EFAB-E786C2FB673C}"/>
              </a:ext>
            </a:extLst>
          </p:cNvPr>
          <p:cNvSpPr txBox="1"/>
          <p:nvPr/>
        </p:nvSpPr>
        <p:spPr>
          <a:xfrm>
            <a:off x="185331" y="1238231"/>
            <a:ext cx="10264463" cy="646331"/>
          </a:xfrm>
          <a:prstGeom prst="rect">
            <a:avLst/>
          </a:prstGeom>
          <a:noFill/>
        </p:spPr>
        <p:txBody>
          <a:bodyPr wrap="square" rtlCol="0">
            <a:spAutoFit/>
          </a:bodyPr>
          <a:lstStyle/>
          <a:p>
            <a:r>
              <a:rPr lang="en-US" sz="3600" b="1" dirty="0">
                <a:latin typeface="Roboto" pitchFamily="2" charset="0"/>
                <a:ea typeface="Roboto" pitchFamily="2" charset="0"/>
              </a:rPr>
              <a:t>Python</a:t>
            </a:r>
          </a:p>
        </p:txBody>
      </p:sp>
      <p:sp>
        <p:nvSpPr>
          <p:cNvPr id="4" name="TextBox 3">
            <a:extLst>
              <a:ext uri="{FF2B5EF4-FFF2-40B4-BE49-F238E27FC236}">
                <a16:creationId xmlns:a16="http://schemas.microsoft.com/office/drawing/2014/main" id="{849890E6-5D48-7785-B0C3-A16DF8B62867}"/>
              </a:ext>
            </a:extLst>
          </p:cNvPr>
          <p:cNvSpPr txBox="1"/>
          <p:nvPr/>
        </p:nvSpPr>
        <p:spPr>
          <a:xfrm flipH="1">
            <a:off x="281047" y="1913652"/>
            <a:ext cx="6594766" cy="5016758"/>
          </a:xfrm>
          <a:prstGeom prst="rect">
            <a:avLst/>
          </a:prstGeom>
          <a:noFill/>
        </p:spPr>
        <p:txBody>
          <a:bodyPr wrap="square" rtlCol="0">
            <a:spAutoFit/>
          </a:bodyPr>
          <a:lstStyle/>
          <a:p>
            <a:r>
              <a:rPr lang="en-US" sz="3200" dirty="0">
                <a:latin typeface="Roboto" pitchFamily="2" charset="0"/>
                <a:ea typeface="Roboto" pitchFamily="2" charset="0"/>
              </a:rPr>
              <a:t>Python</a:t>
            </a:r>
            <a:r>
              <a:rPr lang="mk-MK" sz="3200" dirty="0">
                <a:latin typeface="Roboto" pitchFamily="2" charset="0"/>
                <a:ea typeface="Roboto" pitchFamily="2" charset="0"/>
              </a:rPr>
              <a:t> го претставува </a:t>
            </a:r>
            <a:r>
              <a:rPr lang="en-US" sz="3200" dirty="0">
                <a:latin typeface="Roboto" pitchFamily="2" charset="0"/>
                <a:ea typeface="Roboto" pitchFamily="2" charset="0"/>
              </a:rPr>
              <a:t>backend</a:t>
            </a:r>
            <a:r>
              <a:rPr lang="mk-MK" sz="3200" dirty="0">
                <a:latin typeface="Roboto" pitchFamily="2" charset="0"/>
                <a:ea typeface="Roboto" pitchFamily="2" charset="0"/>
              </a:rPr>
              <a:t> делот на проектот. Во него се извршуваат сите скриени функции на веб апликацијата, како за пишување во табели, или прикажување на податоци на </a:t>
            </a:r>
            <a:r>
              <a:rPr lang="en-US" sz="3200" dirty="0">
                <a:latin typeface="Roboto" pitchFamily="2" charset="0"/>
                <a:ea typeface="Roboto" pitchFamily="2" charset="0"/>
              </a:rPr>
              <a:t>HTML</a:t>
            </a:r>
            <a:r>
              <a:rPr lang="mk-MK" sz="3200" dirty="0">
                <a:latin typeface="Roboto" pitchFamily="2" charset="0"/>
                <a:ea typeface="Roboto" pitchFamily="2" charset="0"/>
              </a:rPr>
              <a:t>-</a:t>
            </a:r>
            <a:r>
              <a:rPr lang="mk-MK" sz="3200" dirty="0" err="1">
                <a:latin typeface="Roboto" pitchFamily="2" charset="0"/>
                <a:ea typeface="Roboto" pitchFamily="2" charset="0"/>
              </a:rPr>
              <a:t>от</a:t>
            </a:r>
            <a:r>
              <a:rPr lang="mk-MK" sz="3200" dirty="0">
                <a:latin typeface="Roboto" pitchFamily="2" charset="0"/>
                <a:ea typeface="Roboto" pitchFamily="2" charset="0"/>
              </a:rPr>
              <a:t>. </a:t>
            </a:r>
            <a:r>
              <a:rPr lang="en-US" sz="3200" dirty="0">
                <a:latin typeface="Roboto" pitchFamily="2" charset="0"/>
                <a:ea typeface="Roboto" pitchFamily="2" charset="0"/>
              </a:rPr>
              <a:t>Python</a:t>
            </a:r>
            <a:r>
              <a:rPr lang="mk-MK" sz="3200" dirty="0">
                <a:latin typeface="Roboto" pitchFamily="2" charset="0"/>
                <a:ea typeface="Roboto" pitchFamily="2" charset="0"/>
              </a:rPr>
              <a:t> се користи во проектот за менување на табели и извршување на потребни функции.</a:t>
            </a:r>
            <a:endParaRPr lang="en-US" sz="3200" dirty="0">
              <a:latin typeface="Roboto" pitchFamily="2" charset="0"/>
              <a:ea typeface="Roboto" pitchFamily="2" charset="0"/>
            </a:endParaRPr>
          </a:p>
        </p:txBody>
      </p:sp>
      <p:pic>
        <p:nvPicPr>
          <p:cNvPr id="8" name="Picture 7">
            <a:extLst>
              <a:ext uri="{FF2B5EF4-FFF2-40B4-BE49-F238E27FC236}">
                <a16:creationId xmlns:a16="http://schemas.microsoft.com/office/drawing/2014/main" id="{335E70FF-16F3-6DE0-FFF5-29D2C031A21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3250" y1="39000" x2="43250" y2="39000"/>
                      </a14:backgroundRemoval>
                    </a14:imgEffect>
                  </a14:imgLayer>
                </a14:imgProps>
              </a:ext>
            </a:extLst>
          </a:blip>
          <a:stretch>
            <a:fillRect/>
          </a:stretch>
        </p:blipFill>
        <p:spPr>
          <a:xfrm>
            <a:off x="7121126" y="1561396"/>
            <a:ext cx="4627263" cy="4627263"/>
          </a:xfrm>
          <a:prstGeom prst="rect">
            <a:avLst/>
          </a:prstGeom>
        </p:spPr>
      </p:pic>
    </p:spTree>
    <p:extLst>
      <p:ext uri="{BB962C8B-B14F-4D97-AF65-F5344CB8AC3E}">
        <p14:creationId xmlns:p14="http://schemas.microsoft.com/office/powerpoint/2010/main" val="559513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0222BD7B-0FEA-4489-404D-3F75F31C58B2}"/>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E03405C4-753F-11B6-0702-44905336DB36}"/>
              </a:ext>
            </a:extLst>
          </p:cNvPr>
          <p:cNvSpPr/>
          <p:nvPr/>
        </p:nvSpPr>
        <p:spPr>
          <a:xfrm>
            <a:off x="4558553"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Наставни единици</a:t>
            </a:r>
          </a:p>
        </p:txBody>
      </p:sp>
      <p:sp>
        <p:nvSpPr>
          <p:cNvPr id="6" name="Rounded Rectangle 5">
            <a:extLst>
              <a:ext uri="{FF2B5EF4-FFF2-40B4-BE49-F238E27FC236}">
                <a16:creationId xmlns:a16="http://schemas.microsoft.com/office/drawing/2014/main" id="{5A580A74-4192-615A-2F38-B37CFD343102}"/>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87312F3D-10F5-9222-6FC6-B22566E9DD73}"/>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8CD86711-7CFC-1BAB-C0A4-3C9985A7605E}"/>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A363733D-639C-B963-1FCA-0416369ADE3E}"/>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5BBBC722-394D-9765-AA44-BB503A2E28D5}"/>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68171C68-90C9-B680-FBD8-AE14850E2167}"/>
              </a:ext>
            </a:extLst>
          </p:cNvPr>
          <p:cNvSpPr txBox="1"/>
          <p:nvPr/>
        </p:nvSpPr>
        <p:spPr>
          <a:xfrm>
            <a:off x="185331" y="1238231"/>
            <a:ext cx="10264463" cy="646331"/>
          </a:xfrm>
          <a:prstGeom prst="rect">
            <a:avLst/>
          </a:prstGeom>
          <a:noFill/>
        </p:spPr>
        <p:txBody>
          <a:bodyPr wrap="square" rtlCol="0">
            <a:spAutoFit/>
          </a:bodyPr>
          <a:lstStyle/>
          <a:p>
            <a:r>
              <a:rPr lang="en-US" sz="3600" b="1" dirty="0">
                <a:latin typeface="Roboto" pitchFamily="2" charset="0"/>
                <a:ea typeface="Roboto" pitchFamily="2" charset="0"/>
              </a:rPr>
              <a:t>HTML/CSS</a:t>
            </a:r>
          </a:p>
        </p:txBody>
      </p:sp>
      <p:sp>
        <p:nvSpPr>
          <p:cNvPr id="4" name="TextBox 3">
            <a:extLst>
              <a:ext uri="{FF2B5EF4-FFF2-40B4-BE49-F238E27FC236}">
                <a16:creationId xmlns:a16="http://schemas.microsoft.com/office/drawing/2014/main" id="{89D96341-6F8F-32C2-7798-2BF191EAFE0D}"/>
              </a:ext>
            </a:extLst>
          </p:cNvPr>
          <p:cNvSpPr txBox="1"/>
          <p:nvPr/>
        </p:nvSpPr>
        <p:spPr>
          <a:xfrm flipH="1">
            <a:off x="281047" y="1913652"/>
            <a:ext cx="6594766" cy="4524315"/>
          </a:xfrm>
          <a:prstGeom prst="rect">
            <a:avLst/>
          </a:prstGeom>
          <a:noFill/>
        </p:spPr>
        <p:txBody>
          <a:bodyPr wrap="square" rtlCol="0">
            <a:spAutoFit/>
          </a:bodyPr>
          <a:lstStyle/>
          <a:p>
            <a:r>
              <a:rPr lang="en-US" sz="3200" dirty="0">
                <a:latin typeface="Roboto" pitchFamily="2" charset="0"/>
                <a:ea typeface="Roboto" pitchFamily="2" charset="0"/>
              </a:rPr>
              <a:t>HTML </a:t>
            </a:r>
            <a:r>
              <a:rPr lang="mk-MK" sz="3200" dirty="0">
                <a:latin typeface="Roboto" pitchFamily="2" charset="0"/>
                <a:ea typeface="Roboto" pitchFamily="2" charset="0"/>
              </a:rPr>
              <a:t>и </a:t>
            </a:r>
            <a:r>
              <a:rPr lang="en-US" sz="3200" dirty="0">
                <a:latin typeface="Roboto" pitchFamily="2" charset="0"/>
                <a:ea typeface="Roboto" pitchFamily="2" charset="0"/>
              </a:rPr>
              <a:t>CSS </a:t>
            </a:r>
            <a:r>
              <a:rPr lang="mk-MK" sz="3200" dirty="0">
                <a:latin typeface="Roboto" pitchFamily="2" charset="0"/>
                <a:ea typeface="Roboto" pitchFamily="2" charset="0"/>
              </a:rPr>
              <a:t>се деловите што ги гледа корисникот</a:t>
            </a:r>
            <a:r>
              <a:rPr lang="en-US" sz="3200" dirty="0">
                <a:latin typeface="Roboto" pitchFamily="2" charset="0"/>
                <a:ea typeface="Roboto" pitchFamily="2" charset="0"/>
              </a:rPr>
              <a:t> (frontend)</a:t>
            </a:r>
            <a:r>
              <a:rPr lang="mk-MK" sz="3200" dirty="0">
                <a:latin typeface="Roboto" pitchFamily="2" charset="0"/>
                <a:ea typeface="Roboto" pitchFamily="2" charset="0"/>
              </a:rPr>
              <a:t>. Тука се определува изгледот на веб страните. </a:t>
            </a:r>
            <a:r>
              <a:rPr lang="en-US" sz="3200" dirty="0">
                <a:latin typeface="Roboto" pitchFamily="2" charset="0"/>
                <a:ea typeface="Roboto" pitchFamily="2" charset="0"/>
              </a:rPr>
              <a:t>HTML</a:t>
            </a:r>
            <a:r>
              <a:rPr lang="mk-MK" sz="3200" dirty="0">
                <a:latin typeface="Roboto" pitchFamily="2" charset="0"/>
                <a:ea typeface="Roboto" pitchFamily="2" charset="0"/>
              </a:rPr>
              <a:t>-</a:t>
            </a:r>
            <a:r>
              <a:rPr lang="mk-MK" sz="3200" dirty="0" err="1">
                <a:latin typeface="Roboto" pitchFamily="2" charset="0"/>
                <a:ea typeface="Roboto" pitchFamily="2" charset="0"/>
              </a:rPr>
              <a:t>от</a:t>
            </a:r>
            <a:r>
              <a:rPr lang="mk-MK" sz="3200" dirty="0">
                <a:latin typeface="Roboto" pitchFamily="2" charset="0"/>
                <a:ea typeface="Roboto" pitchFamily="2" charset="0"/>
              </a:rPr>
              <a:t> е основниот дел, а </a:t>
            </a:r>
            <a:r>
              <a:rPr lang="en-US" sz="3200" dirty="0">
                <a:latin typeface="Roboto" pitchFamily="2" charset="0"/>
                <a:ea typeface="Roboto" pitchFamily="2" charset="0"/>
              </a:rPr>
              <a:t>CSS</a:t>
            </a:r>
            <a:r>
              <a:rPr lang="mk-MK" sz="3200" dirty="0">
                <a:latin typeface="Roboto" pitchFamily="2" charset="0"/>
                <a:ea typeface="Roboto" pitchFamily="2" charset="0"/>
              </a:rPr>
              <a:t>-</a:t>
            </a:r>
            <a:r>
              <a:rPr lang="mk-MK" sz="3200" dirty="0" err="1">
                <a:latin typeface="Roboto" pitchFamily="2" charset="0"/>
                <a:ea typeface="Roboto" pitchFamily="2" charset="0"/>
              </a:rPr>
              <a:t>от</a:t>
            </a:r>
            <a:r>
              <a:rPr lang="mk-MK" sz="3200" dirty="0">
                <a:latin typeface="Roboto" pitchFamily="2" charset="0"/>
                <a:ea typeface="Roboto" pitchFamily="2" charset="0"/>
              </a:rPr>
              <a:t> е делот што му го дава цел изглед. </a:t>
            </a:r>
            <a:r>
              <a:rPr lang="en-US" sz="3200" dirty="0">
                <a:latin typeface="Roboto" pitchFamily="2" charset="0"/>
                <a:ea typeface="Roboto" pitchFamily="2" charset="0"/>
              </a:rPr>
              <a:t>HTML</a:t>
            </a:r>
            <a:r>
              <a:rPr lang="mk-MK" sz="3200" dirty="0">
                <a:latin typeface="Roboto" pitchFamily="2" charset="0"/>
                <a:ea typeface="Roboto" pitchFamily="2" charset="0"/>
              </a:rPr>
              <a:t> и </a:t>
            </a:r>
            <a:r>
              <a:rPr lang="en-US" sz="3200" dirty="0">
                <a:latin typeface="Roboto" pitchFamily="2" charset="0"/>
                <a:ea typeface="Roboto" pitchFamily="2" charset="0"/>
              </a:rPr>
              <a:t>CSS </a:t>
            </a:r>
            <a:r>
              <a:rPr lang="mk-MK" sz="3200" dirty="0">
                <a:latin typeface="Roboto" pitchFamily="2" charset="0"/>
                <a:ea typeface="Roboto" pitchFamily="2" charset="0"/>
              </a:rPr>
              <a:t>ги користам во мојот проект за изглед и функција на веб страните.</a:t>
            </a:r>
            <a:endParaRPr lang="en-US" sz="3200" dirty="0">
              <a:latin typeface="Roboto" pitchFamily="2" charset="0"/>
              <a:ea typeface="Roboto" pitchFamily="2" charset="0"/>
            </a:endParaRPr>
          </a:p>
        </p:txBody>
      </p:sp>
      <p:pic>
        <p:nvPicPr>
          <p:cNvPr id="9" name="Picture 8">
            <a:extLst>
              <a:ext uri="{FF2B5EF4-FFF2-40B4-BE49-F238E27FC236}">
                <a16:creationId xmlns:a16="http://schemas.microsoft.com/office/drawing/2014/main" id="{4DCF780C-B952-B34F-F3EF-CEE09A857421}"/>
              </a:ext>
            </a:extLst>
          </p:cNvPr>
          <p:cNvPicPr>
            <a:picLocks noChangeAspect="1"/>
          </p:cNvPicPr>
          <p:nvPr/>
        </p:nvPicPr>
        <p:blipFill>
          <a:blip r:embed="rId2"/>
          <a:stretch>
            <a:fillRect/>
          </a:stretch>
        </p:blipFill>
        <p:spPr>
          <a:xfrm>
            <a:off x="6599767" y="1421255"/>
            <a:ext cx="5016665" cy="5016665"/>
          </a:xfrm>
          <a:prstGeom prst="rect">
            <a:avLst/>
          </a:prstGeom>
        </p:spPr>
      </p:pic>
    </p:spTree>
    <p:extLst>
      <p:ext uri="{BB962C8B-B14F-4D97-AF65-F5344CB8AC3E}">
        <p14:creationId xmlns:p14="http://schemas.microsoft.com/office/powerpoint/2010/main" val="896112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F9ABFEF0-5E21-0F78-58D7-50A16CE8DFB5}"/>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2C9ECB22-15C8-C17D-7DDC-D453153E6EC3}"/>
              </a:ext>
            </a:extLst>
          </p:cNvPr>
          <p:cNvSpPr/>
          <p:nvPr/>
        </p:nvSpPr>
        <p:spPr>
          <a:xfrm>
            <a:off x="4558553"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Наставни единици</a:t>
            </a:r>
          </a:p>
        </p:txBody>
      </p:sp>
      <p:sp>
        <p:nvSpPr>
          <p:cNvPr id="6" name="Rounded Rectangle 5">
            <a:extLst>
              <a:ext uri="{FF2B5EF4-FFF2-40B4-BE49-F238E27FC236}">
                <a16:creationId xmlns:a16="http://schemas.microsoft.com/office/drawing/2014/main" id="{F74C12D9-9FD2-5E14-2E4D-6B329AEABC55}"/>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54A567B6-0E24-2EB8-9A69-718C9E2DB495}"/>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713FF94D-5ED4-904F-693F-F1AF90F248DC}"/>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D822B8D6-01FB-3682-723D-7AB90B3DC18A}"/>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93C7F82F-8AD4-E224-4637-09FD63DCC94D}"/>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1CCDAC4C-396C-2F89-6F6E-A75A0034DE62}"/>
              </a:ext>
            </a:extLst>
          </p:cNvPr>
          <p:cNvSpPr txBox="1"/>
          <p:nvPr/>
        </p:nvSpPr>
        <p:spPr>
          <a:xfrm>
            <a:off x="185331" y="1238231"/>
            <a:ext cx="10264463" cy="646331"/>
          </a:xfrm>
          <a:prstGeom prst="rect">
            <a:avLst/>
          </a:prstGeom>
          <a:noFill/>
        </p:spPr>
        <p:txBody>
          <a:bodyPr wrap="square" rtlCol="0">
            <a:spAutoFit/>
          </a:bodyPr>
          <a:lstStyle/>
          <a:p>
            <a:r>
              <a:rPr lang="en-US" sz="3600" b="1" dirty="0">
                <a:latin typeface="Roboto" pitchFamily="2" charset="0"/>
                <a:ea typeface="Roboto" pitchFamily="2" charset="0"/>
              </a:rPr>
              <a:t>SQL</a:t>
            </a:r>
          </a:p>
        </p:txBody>
      </p:sp>
      <p:sp>
        <p:nvSpPr>
          <p:cNvPr id="4" name="TextBox 3">
            <a:extLst>
              <a:ext uri="{FF2B5EF4-FFF2-40B4-BE49-F238E27FC236}">
                <a16:creationId xmlns:a16="http://schemas.microsoft.com/office/drawing/2014/main" id="{4177412F-0A18-F398-A42E-EE939E0B6520}"/>
              </a:ext>
            </a:extLst>
          </p:cNvPr>
          <p:cNvSpPr txBox="1"/>
          <p:nvPr/>
        </p:nvSpPr>
        <p:spPr>
          <a:xfrm flipH="1">
            <a:off x="281047" y="1913652"/>
            <a:ext cx="6594766" cy="3539430"/>
          </a:xfrm>
          <a:prstGeom prst="rect">
            <a:avLst/>
          </a:prstGeom>
          <a:noFill/>
        </p:spPr>
        <p:txBody>
          <a:bodyPr wrap="square" rtlCol="0">
            <a:spAutoFit/>
          </a:bodyPr>
          <a:lstStyle/>
          <a:p>
            <a:r>
              <a:rPr lang="en-US" sz="3200" dirty="0">
                <a:latin typeface="Roboto" pitchFamily="2" charset="0"/>
                <a:ea typeface="Roboto" pitchFamily="2" charset="0"/>
              </a:rPr>
              <a:t>SQL</a:t>
            </a:r>
            <a:r>
              <a:rPr lang="mk-MK" sz="3200" dirty="0">
                <a:latin typeface="Roboto" pitchFamily="2" charset="0"/>
                <a:ea typeface="Roboto" pitchFamily="2" charset="0"/>
              </a:rPr>
              <a:t>-</a:t>
            </a:r>
            <a:r>
              <a:rPr lang="mk-MK" sz="3200" dirty="0" err="1">
                <a:latin typeface="Roboto" pitchFamily="2" charset="0"/>
                <a:ea typeface="Roboto" pitchFamily="2" charset="0"/>
              </a:rPr>
              <a:t>от</a:t>
            </a:r>
            <a:r>
              <a:rPr lang="mk-MK" sz="3200" dirty="0">
                <a:latin typeface="Roboto" pitchFamily="2" charset="0"/>
                <a:ea typeface="Roboto" pitchFamily="2" charset="0"/>
              </a:rPr>
              <a:t> се користи за менаџирање на табелите. Со него, командите за менување се извршуваат. Во мојот проект, тој многу се користи, поради постојаното барање на податоци од сите анкети и корисници.</a:t>
            </a:r>
            <a:endParaRPr lang="en-US" sz="3200" dirty="0">
              <a:latin typeface="Roboto" pitchFamily="2" charset="0"/>
              <a:ea typeface="Roboto" pitchFamily="2" charset="0"/>
            </a:endParaRPr>
          </a:p>
        </p:txBody>
      </p:sp>
      <p:pic>
        <p:nvPicPr>
          <p:cNvPr id="13" name="Picture 12">
            <a:extLst>
              <a:ext uri="{FF2B5EF4-FFF2-40B4-BE49-F238E27FC236}">
                <a16:creationId xmlns:a16="http://schemas.microsoft.com/office/drawing/2014/main" id="{0DF84732-3268-D865-D48A-C6644C08BF64}"/>
              </a:ext>
            </a:extLst>
          </p:cNvPr>
          <p:cNvPicPr>
            <a:picLocks noChangeAspect="1"/>
          </p:cNvPicPr>
          <p:nvPr/>
        </p:nvPicPr>
        <p:blipFill>
          <a:blip r:embed="rId2"/>
          <a:stretch>
            <a:fillRect/>
          </a:stretch>
        </p:blipFill>
        <p:spPr>
          <a:xfrm>
            <a:off x="6937515" y="1238231"/>
            <a:ext cx="4973438" cy="4973438"/>
          </a:xfrm>
          <a:prstGeom prst="rect">
            <a:avLst/>
          </a:prstGeom>
        </p:spPr>
      </p:pic>
    </p:spTree>
    <p:extLst>
      <p:ext uri="{BB962C8B-B14F-4D97-AF65-F5344CB8AC3E}">
        <p14:creationId xmlns:p14="http://schemas.microsoft.com/office/powerpoint/2010/main" val="2597753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8D9CF57F-7E35-4478-6CC3-78D961EF755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D9642D3D-ECF2-786B-4E20-94D5A0DEA9AC}"/>
              </a:ext>
            </a:extLst>
          </p:cNvPr>
          <p:cNvSpPr/>
          <p:nvPr/>
        </p:nvSpPr>
        <p:spPr>
          <a:xfrm>
            <a:off x="4558553"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Наставни единици</a:t>
            </a:r>
          </a:p>
        </p:txBody>
      </p:sp>
      <p:sp>
        <p:nvSpPr>
          <p:cNvPr id="6" name="Rounded Rectangle 5">
            <a:extLst>
              <a:ext uri="{FF2B5EF4-FFF2-40B4-BE49-F238E27FC236}">
                <a16:creationId xmlns:a16="http://schemas.microsoft.com/office/drawing/2014/main" id="{5074EE28-6D74-9585-1653-1268D3D2A32B}"/>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3EE68348-5416-C546-124B-0367FEE32BC9}"/>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BEAFFB49-D66F-B1DD-54F2-555DF45FBC15}"/>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5551FE0D-1DFE-86AF-043B-9C52BD23FA9B}"/>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61C01795-0617-B2C3-1875-F049C78055AB}"/>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7E1250F6-578F-EFC2-119F-820CCBBBE030}"/>
              </a:ext>
            </a:extLst>
          </p:cNvPr>
          <p:cNvSpPr txBox="1"/>
          <p:nvPr/>
        </p:nvSpPr>
        <p:spPr>
          <a:xfrm>
            <a:off x="185331" y="1238231"/>
            <a:ext cx="10264463" cy="646331"/>
          </a:xfrm>
          <a:prstGeom prst="rect">
            <a:avLst/>
          </a:prstGeom>
          <a:noFill/>
        </p:spPr>
        <p:txBody>
          <a:bodyPr wrap="square" rtlCol="0">
            <a:spAutoFit/>
          </a:bodyPr>
          <a:lstStyle/>
          <a:p>
            <a:r>
              <a:rPr lang="en-US" sz="3600" b="1" dirty="0">
                <a:latin typeface="Roboto" pitchFamily="2" charset="0"/>
                <a:ea typeface="Roboto" pitchFamily="2" charset="0"/>
              </a:rPr>
              <a:t>Flask</a:t>
            </a:r>
          </a:p>
        </p:txBody>
      </p:sp>
      <p:sp>
        <p:nvSpPr>
          <p:cNvPr id="4" name="TextBox 3">
            <a:extLst>
              <a:ext uri="{FF2B5EF4-FFF2-40B4-BE49-F238E27FC236}">
                <a16:creationId xmlns:a16="http://schemas.microsoft.com/office/drawing/2014/main" id="{CB8EAFDA-43D6-8AAA-D4CE-EB8FBE055582}"/>
              </a:ext>
            </a:extLst>
          </p:cNvPr>
          <p:cNvSpPr txBox="1"/>
          <p:nvPr/>
        </p:nvSpPr>
        <p:spPr>
          <a:xfrm flipH="1">
            <a:off x="281047" y="1913652"/>
            <a:ext cx="6594766" cy="4524315"/>
          </a:xfrm>
          <a:prstGeom prst="rect">
            <a:avLst/>
          </a:prstGeom>
          <a:noFill/>
        </p:spPr>
        <p:txBody>
          <a:bodyPr wrap="square" rtlCol="0">
            <a:spAutoFit/>
          </a:bodyPr>
          <a:lstStyle/>
          <a:p>
            <a:r>
              <a:rPr lang="en-US" sz="3200" dirty="0">
                <a:latin typeface="Roboto" pitchFamily="2" charset="0"/>
                <a:ea typeface="Roboto" pitchFamily="2" charset="0"/>
              </a:rPr>
              <a:t>Flask</a:t>
            </a:r>
            <a:r>
              <a:rPr lang="mk-MK" sz="3200" dirty="0">
                <a:latin typeface="Roboto" pitchFamily="2" charset="0"/>
                <a:ea typeface="Roboto" pitchFamily="2" charset="0"/>
              </a:rPr>
              <a:t>-</a:t>
            </a:r>
            <a:r>
              <a:rPr lang="mk-MK" sz="3200" dirty="0" err="1">
                <a:latin typeface="Roboto" pitchFamily="2" charset="0"/>
                <a:ea typeface="Roboto" pitchFamily="2" charset="0"/>
              </a:rPr>
              <a:t>от</a:t>
            </a:r>
            <a:r>
              <a:rPr lang="mk-MK" sz="3200" dirty="0">
                <a:latin typeface="Roboto" pitchFamily="2" charset="0"/>
                <a:ea typeface="Roboto" pitchFamily="2" charset="0"/>
              </a:rPr>
              <a:t> е како лепакот што поврзува се заедно. </a:t>
            </a:r>
            <a:r>
              <a:rPr lang="en-US" sz="3200" dirty="0">
                <a:latin typeface="Roboto" pitchFamily="2" charset="0"/>
                <a:ea typeface="Roboto" pitchFamily="2" charset="0"/>
              </a:rPr>
              <a:t>Flask </a:t>
            </a:r>
            <a:r>
              <a:rPr lang="mk-MK" sz="3200" dirty="0">
                <a:latin typeface="Roboto" pitchFamily="2" charset="0"/>
                <a:ea typeface="Roboto" pitchFamily="2" charset="0"/>
              </a:rPr>
              <a:t>е </a:t>
            </a:r>
            <a:r>
              <a:rPr lang="en-US" sz="3200" dirty="0">
                <a:latin typeface="Roboto" pitchFamily="2" charset="0"/>
                <a:ea typeface="Roboto" pitchFamily="2" charset="0"/>
              </a:rPr>
              <a:t>python</a:t>
            </a:r>
            <a:r>
              <a:rPr lang="mk-MK" sz="3200" dirty="0">
                <a:latin typeface="Roboto" pitchFamily="2" charset="0"/>
                <a:ea typeface="Roboto" pitchFamily="2" charset="0"/>
              </a:rPr>
              <a:t> библиотека што се користи за градење на веб-апликации. Со него се создаваат рутите, функциите за рутите и друго. Тој е многу употребуван во мојот проект за создавање на рутите и поврзување на </a:t>
            </a:r>
            <a:r>
              <a:rPr lang="mk-MK" sz="3200" dirty="0" err="1">
                <a:latin typeface="Roboto" pitchFamily="2" charset="0"/>
                <a:ea typeface="Roboto" pitchFamily="2" charset="0"/>
              </a:rPr>
              <a:t>све</a:t>
            </a:r>
            <a:r>
              <a:rPr lang="mk-MK" sz="3200" dirty="0">
                <a:latin typeface="Roboto" pitchFamily="2" charset="0"/>
                <a:ea typeface="Roboto" pitchFamily="2" charset="0"/>
              </a:rPr>
              <a:t>.</a:t>
            </a:r>
            <a:endParaRPr lang="en-US" sz="3200" dirty="0">
              <a:latin typeface="Roboto" pitchFamily="2" charset="0"/>
              <a:ea typeface="Roboto" pitchFamily="2" charset="0"/>
            </a:endParaRPr>
          </a:p>
        </p:txBody>
      </p:sp>
      <p:pic>
        <p:nvPicPr>
          <p:cNvPr id="15" name="Graphic 14">
            <a:extLst>
              <a:ext uri="{FF2B5EF4-FFF2-40B4-BE49-F238E27FC236}">
                <a16:creationId xmlns:a16="http://schemas.microsoft.com/office/drawing/2014/main" id="{42E8450B-848F-80C2-89CE-785749F04C6D}"/>
              </a:ext>
            </a:extLst>
          </p:cNvPr>
          <p:cNvPicPr>
            <a:picLocks noChangeAspect="1"/>
          </p:cNvPicPr>
          <p:nvPr/>
        </p:nvPicPr>
        <p:blipFill>
          <a:blip r:embed="rId2">
            <a:extLst>
              <a:ext uri="{96DAC541-7B7A-43D3-8B79-37D633B846F1}">
                <asvg:svgBlip xmlns:asvg="http://schemas.microsoft.com/office/drawing/2016/SVG/main" r:embed="rId3"/>
              </a:ext>
            </a:extLst>
          </a:blip>
          <a:srcRect r="57483"/>
          <a:stretch>
            <a:fillRect/>
          </a:stretch>
        </p:blipFill>
        <p:spPr>
          <a:xfrm>
            <a:off x="7131749" y="1394608"/>
            <a:ext cx="4779204" cy="4780998"/>
          </a:xfrm>
          <a:prstGeom prst="rect">
            <a:avLst/>
          </a:prstGeom>
        </p:spPr>
      </p:pic>
    </p:spTree>
    <p:extLst>
      <p:ext uri="{BB962C8B-B14F-4D97-AF65-F5344CB8AC3E}">
        <p14:creationId xmlns:p14="http://schemas.microsoft.com/office/powerpoint/2010/main" val="3713701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C8EDD4E1-DE29-79C5-5AA9-74E8E73F9BF2}"/>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43CA68B8-1F0E-49E1-0BFC-50FABF9F7AF6}"/>
              </a:ext>
            </a:extLst>
          </p:cNvPr>
          <p:cNvSpPr/>
          <p:nvPr/>
        </p:nvSpPr>
        <p:spPr>
          <a:xfrm>
            <a:off x="6115424" y="172825"/>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Правење на проект</a:t>
            </a:r>
          </a:p>
        </p:txBody>
      </p:sp>
      <p:sp>
        <p:nvSpPr>
          <p:cNvPr id="6" name="Rounded Rectangle 5">
            <a:extLst>
              <a:ext uri="{FF2B5EF4-FFF2-40B4-BE49-F238E27FC236}">
                <a16:creationId xmlns:a16="http://schemas.microsoft.com/office/drawing/2014/main" id="{F6766D0B-909B-5C49-741B-2C384CB62C6C}"/>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F65B7ADB-5CBE-4AFB-73EB-DDDA6B5FE85E}"/>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63E03EBF-F673-9B12-0640-934FB7755490}"/>
              </a:ext>
            </a:extLst>
          </p:cNvPr>
          <p:cNvSpPr/>
          <p:nvPr/>
        </p:nvSpPr>
        <p:spPr>
          <a:xfrm>
            <a:off x="4640769" y="314217"/>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tx1"/>
                </a:solidFill>
                <a:latin typeface="Roboto" pitchFamily="2" charset="0"/>
                <a:ea typeface="Roboto" pitchFamily="2" charset="0"/>
              </a:rPr>
              <a:t>Наставни единици</a:t>
            </a:r>
          </a:p>
        </p:txBody>
      </p:sp>
      <p:sp>
        <p:nvSpPr>
          <p:cNvPr id="12" name="Rounded Rectangle 11">
            <a:extLst>
              <a:ext uri="{FF2B5EF4-FFF2-40B4-BE49-F238E27FC236}">
                <a16:creationId xmlns:a16="http://schemas.microsoft.com/office/drawing/2014/main" id="{41DBB64E-5504-EF08-51BA-FEF58B29A8D0}"/>
              </a:ext>
            </a:extLst>
          </p:cNvPr>
          <p:cNvSpPr/>
          <p:nvPr/>
        </p:nvSpPr>
        <p:spPr>
          <a:xfrm>
            <a:off x="3083898" y="314217"/>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840B5F07-39CF-315B-E141-BE0E69D24935}"/>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ED7BEAA8-A87E-D657-88A9-F2A5B4955632}"/>
              </a:ext>
            </a:extLst>
          </p:cNvPr>
          <p:cNvSpPr txBox="1"/>
          <p:nvPr/>
        </p:nvSpPr>
        <p:spPr>
          <a:xfrm>
            <a:off x="185331" y="1238231"/>
            <a:ext cx="10264463" cy="646331"/>
          </a:xfrm>
          <a:prstGeom prst="rect">
            <a:avLst/>
          </a:prstGeom>
          <a:noFill/>
        </p:spPr>
        <p:txBody>
          <a:bodyPr wrap="square" rtlCol="0">
            <a:spAutoFit/>
          </a:bodyPr>
          <a:lstStyle/>
          <a:p>
            <a:r>
              <a:rPr lang="mk-MK" sz="3600" b="1" dirty="0">
                <a:latin typeface="Roboto" pitchFamily="2" charset="0"/>
                <a:ea typeface="Roboto" pitchFamily="2" charset="0"/>
              </a:rPr>
              <a:t>Како го правев проектот</a:t>
            </a:r>
            <a:endParaRPr lang="en-US" sz="3600" b="1" dirty="0">
              <a:latin typeface="Roboto" pitchFamily="2" charset="0"/>
              <a:ea typeface="Roboto" pitchFamily="2" charset="0"/>
            </a:endParaRPr>
          </a:p>
        </p:txBody>
      </p:sp>
      <p:sp>
        <p:nvSpPr>
          <p:cNvPr id="4" name="TextBox 3">
            <a:extLst>
              <a:ext uri="{FF2B5EF4-FFF2-40B4-BE49-F238E27FC236}">
                <a16:creationId xmlns:a16="http://schemas.microsoft.com/office/drawing/2014/main" id="{C66804AD-617B-9ADC-3A81-1DBFAE3F4021}"/>
              </a:ext>
            </a:extLst>
          </p:cNvPr>
          <p:cNvSpPr txBox="1"/>
          <p:nvPr/>
        </p:nvSpPr>
        <p:spPr>
          <a:xfrm flipH="1">
            <a:off x="281047" y="1913652"/>
            <a:ext cx="6594766" cy="4031873"/>
          </a:xfrm>
          <a:prstGeom prst="rect">
            <a:avLst/>
          </a:prstGeom>
          <a:noFill/>
        </p:spPr>
        <p:txBody>
          <a:bodyPr wrap="square" rtlCol="0">
            <a:spAutoFit/>
          </a:bodyPr>
          <a:lstStyle/>
          <a:p>
            <a:r>
              <a:rPr lang="mk-MK" sz="3200" dirty="0">
                <a:latin typeface="Roboto" pitchFamily="2" charset="0"/>
                <a:ea typeface="Roboto" pitchFamily="2" charset="0"/>
              </a:rPr>
              <a:t>Правејќи го проектот морав да мислам како ќе функционира. Затоа, имав направено основен план по што се водев, каде што мислев како ќе работи програмата. Со ова, програмирањето ми беше многу лесно.</a:t>
            </a:r>
            <a:endParaRPr lang="en-US" sz="3200" dirty="0">
              <a:latin typeface="Roboto" pitchFamily="2" charset="0"/>
              <a:ea typeface="Roboto" pitchFamily="2" charset="0"/>
            </a:endParaRPr>
          </a:p>
        </p:txBody>
      </p:sp>
      <p:sp>
        <p:nvSpPr>
          <p:cNvPr id="9" name="Rounded Rectangle 8">
            <a:extLst>
              <a:ext uri="{FF2B5EF4-FFF2-40B4-BE49-F238E27FC236}">
                <a16:creationId xmlns:a16="http://schemas.microsoft.com/office/drawing/2014/main" id="{5B53AE16-6828-C300-E5A7-EFE1D4B934A2}"/>
              </a:ext>
            </a:extLst>
          </p:cNvPr>
          <p:cNvSpPr/>
          <p:nvPr/>
        </p:nvSpPr>
        <p:spPr>
          <a:xfrm>
            <a:off x="8811392" y="1397075"/>
            <a:ext cx="1853580" cy="10331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t>Корисник внесува информација</a:t>
            </a:r>
            <a:endParaRPr lang="en-US" dirty="0"/>
          </a:p>
        </p:txBody>
      </p:sp>
      <p:sp>
        <p:nvSpPr>
          <p:cNvPr id="10" name="Rounded Rectangle 9">
            <a:extLst>
              <a:ext uri="{FF2B5EF4-FFF2-40B4-BE49-F238E27FC236}">
                <a16:creationId xmlns:a16="http://schemas.microsoft.com/office/drawing/2014/main" id="{31AA671C-1DF9-D8AD-421C-DF8BE94C3CCD}"/>
              </a:ext>
            </a:extLst>
          </p:cNvPr>
          <p:cNvSpPr/>
          <p:nvPr/>
        </p:nvSpPr>
        <p:spPr>
          <a:xfrm>
            <a:off x="8811392" y="3154723"/>
            <a:ext cx="1853580" cy="10331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t>Се процесираат низ </a:t>
            </a:r>
            <a:r>
              <a:rPr lang="en-US" dirty="0"/>
              <a:t>python</a:t>
            </a:r>
          </a:p>
        </p:txBody>
      </p:sp>
      <p:sp>
        <p:nvSpPr>
          <p:cNvPr id="13" name="Rounded Rectangle 12">
            <a:extLst>
              <a:ext uri="{FF2B5EF4-FFF2-40B4-BE49-F238E27FC236}">
                <a16:creationId xmlns:a16="http://schemas.microsoft.com/office/drawing/2014/main" id="{F8A129D4-8A20-1098-3B83-B5FFC280BE45}"/>
              </a:ext>
            </a:extLst>
          </p:cNvPr>
          <p:cNvSpPr/>
          <p:nvPr/>
        </p:nvSpPr>
        <p:spPr>
          <a:xfrm>
            <a:off x="7754511" y="4912371"/>
            <a:ext cx="1853580" cy="10331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t>Излез на корисник</a:t>
            </a:r>
            <a:endParaRPr lang="en-US" dirty="0"/>
          </a:p>
        </p:txBody>
      </p:sp>
      <p:sp>
        <p:nvSpPr>
          <p:cNvPr id="15" name="Rounded Rectangle 14">
            <a:extLst>
              <a:ext uri="{FF2B5EF4-FFF2-40B4-BE49-F238E27FC236}">
                <a16:creationId xmlns:a16="http://schemas.microsoft.com/office/drawing/2014/main" id="{DE1E208D-3774-E43A-9622-F39EEE332BE1}"/>
              </a:ext>
            </a:extLst>
          </p:cNvPr>
          <p:cNvSpPr/>
          <p:nvPr/>
        </p:nvSpPr>
        <p:spPr>
          <a:xfrm>
            <a:off x="9988177" y="4912371"/>
            <a:ext cx="1853580" cy="10331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t>Внес во табели</a:t>
            </a:r>
            <a:endParaRPr lang="en-US" dirty="0"/>
          </a:p>
        </p:txBody>
      </p:sp>
      <p:sp>
        <p:nvSpPr>
          <p:cNvPr id="16" name="Down Arrow 15">
            <a:extLst>
              <a:ext uri="{FF2B5EF4-FFF2-40B4-BE49-F238E27FC236}">
                <a16:creationId xmlns:a16="http://schemas.microsoft.com/office/drawing/2014/main" id="{5103E05D-3A47-CF93-783A-0CC893813C3F}"/>
              </a:ext>
            </a:extLst>
          </p:cNvPr>
          <p:cNvSpPr/>
          <p:nvPr/>
        </p:nvSpPr>
        <p:spPr>
          <a:xfrm rot="1641636">
            <a:off x="9108100" y="4288866"/>
            <a:ext cx="249995" cy="522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94549DDB-2D72-6DE7-E684-00EE33C49DD6}"/>
              </a:ext>
            </a:extLst>
          </p:cNvPr>
          <p:cNvSpPr/>
          <p:nvPr/>
        </p:nvSpPr>
        <p:spPr>
          <a:xfrm rot="20520000">
            <a:off x="10324797" y="4286484"/>
            <a:ext cx="249995" cy="522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a:extLst>
              <a:ext uri="{FF2B5EF4-FFF2-40B4-BE49-F238E27FC236}">
                <a16:creationId xmlns:a16="http://schemas.microsoft.com/office/drawing/2014/main" id="{E125F24B-3463-7D79-CD5F-04F9E4691C3F}"/>
              </a:ext>
            </a:extLst>
          </p:cNvPr>
          <p:cNvSpPr/>
          <p:nvPr/>
        </p:nvSpPr>
        <p:spPr>
          <a:xfrm>
            <a:off x="9608091" y="2502997"/>
            <a:ext cx="249995" cy="522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5212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FA0A1CF7-324A-3FFE-9982-0946FC4E6CEA}"/>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BD330398-EEA0-2482-CA18-7181D886F721}"/>
              </a:ext>
            </a:extLst>
          </p:cNvPr>
          <p:cNvSpPr/>
          <p:nvPr/>
        </p:nvSpPr>
        <p:spPr>
          <a:xfrm>
            <a:off x="6115424" y="172825"/>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Правење на проект</a:t>
            </a:r>
          </a:p>
        </p:txBody>
      </p:sp>
      <p:sp>
        <p:nvSpPr>
          <p:cNvPr id="6" name="Rounded Rectangle 5">
            <a:extLst>
              <a:ext uri="{FF2B5EF4-FFF2-40B4-BE49-F238E27FC236}">
                <a16:creationId xmlns:a16="http://schemas.microsoft.com/office/drawing/2014/main" id="{91A03F8B-581F-85D5-B562-A66574FB1919}"/>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7" name="Rounded Rectangle 6">
            <a:extLst>
              <a:ext uri="{FF2B5EF4-FFF2-40B4-BE49-F238E27FC236}">
                <a16:creationId xmlns:a16="http://schemas.microsoft.com/office/drawing/2014/main" id="{E602E42C-5063-3D51-617D-12E21985DFA8}"/>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F5AEB66F-5A2A-CF7A-6FA6-F9AD7BD9BE00}"/>
              </a:ext>
            </a:extLst>
          </p:cNvPr>
          <p:cNvSpPr/>
          <p:nvPr/>
        </p:nvSpPr>
        <p:spPr>
          <a:xfrm>
            <a:off x="4640769" y="314217"/>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tx1"/>
                </a:solidFill>
                <a:latin typeface="Roboto" pitchFamily="2" charset="0"/>
                <a:ea typeface="Roboto" pitchFamily="2" charset="0"/>
              </a:rPr>
              <a:t>Наставни единици</a:t>
            </a:r>
          </a:p>
        </p:txBody>
      </p:sp>
      <p:sp>
        <p:nvSpPr>
          <p:cNvPr id="12" name="Rounded Rectangle 11">
            <a:extLst>
              <a:ext uri="{FF2B5EF4-FFF2-40B4-BE49-F238E27FC236}">
                <a16:creationId xmlns:a16="http://schemas.microsoft.com/office/drawing/2014/main" id="{4700E5FD-132D-A9CF-11BF-08553308F40A}"/>
              </a:ext>
            </a:extLst>
          </p:cNvPr>
          <p:cNvSpPr/>
          <p:nvPr/>
        </p:nvSpPr>
        <p:spPr>
          <a:xfrm>
            <a:off x="3083898" y="314217"/>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848F4421-9484-1E23-9190-0ACE4E83D485}"/>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3" name="TextBox 2">
            <a:extLst>
              <a:ext uri="{FF2B5EF4-FFF2-40B4-BE49-F238E27FC236}">
                <a16:creationId xmlns:a16="http://schemas.microsoft.com/office/drawing/2014/main" id="{A16275AE-49F4-E453-9B32-F64427FE070A}"/>
              </a:ext>
            </a:extLst>
          </p:cNvPr>
          <p:cNvSpPr txBox="1"/>
          <p:nvPr/>
        </p:nvSpPr>
        <p:spPr>
          <a:xfrm>
            <a:off x="185331" y="1238231"/>
            <a:ext cx="10264463" cy="646331"/>
          </a:xfrm>
          <a:prstGeom prst="rect">
            <a:avLst/>
          </a:prstGeom>
          <a:noFill/>
        </p:spPr>
        <p:txBody>
          <a:bodyPr wrap="square" rtlCol="0">
            <a:spAutoFit/>
          </a:bodyPr>
          <a:lstStyle/>
          <a:p>
            <a:r>
              <a:rPr lang="mk-MK" sz="3600" b="1" dirty="0">
                <a:latin typeface="Roboto" pitchFamily="2" charset="0"/>
                <a:ea typeface="Roboto" pitchFamily="2" charset="0"/>
              </a:rPr>
              <a:t>Како функционира</a:t>
            </a:r>
            <a:endParaRPr lang="en-US" sz="3600" b="1" dirty="0">
              <a:latin typeface="Roboto" pitchFamily="2" charset="0"/>
              <a:ea typeface="Roboto" pitchFamily="2" charset="0"/>
            </a:endParaRPr>
          </a:p>
        </p:txBody>
      </p:sp>
      <p:sp>
        <p:nvSpPr>
          <p:cNvPr id="4" name="TextBox 3">
            <a:extLst>
              <a:ext uri="{FF2B5EF4-FFF2-40B4-BE49-F238E27FC236}">
                <a16:creationId xmlns:a16="http://schemas.microsoft.com/office/drawing/2014/main" id="{EA1E96BB-0F8C-757C-D411-6BDBE00C5D70}"/>
              </a:ext>
            </a:extLst>
          </p:cNvPr>
          <p:cNvSpPr txBox="1"/>
          <p:nvPr/>
        </p:nvSpPr>
        <p:spPr>
          <a:xfrm flipH="1">
            <a:off x="281047" y="1913652"/>
            <a:ext cx="6309758" cy="4031873"/>
          </a:xfrm>
          <a:prstGeom prst="rect">
            <a:avLst/>
          </a:prstGeom>
          <a:noFill/>
        </p:spPr>
        <p:txBody>
          <a:bodyPr wrap="square" rtlCol="0">
            <a:spAutoFit/>
          </a:bodyPr>
          <a:lstStyle/>
          <a:p>
            <a:r>
              <a:rPr lang="mk-MK" sz="3200" dirty="0">
                <a:latin typeface="Roboto" pitchFamily="2" charset="0"/>
                <a:ea typeface="Roboto" pitchFamily="2" charset="0"/>
              </a:rPr>
              <a:t>Прво, се добиваат податоци од табелите, па потоа се процесираат во </a:t>
            </a:r>
            <a:r>
              <a:rPr lang="en-US" sz="3200" dirty="0">
                <a:latin typeface="Roboto" pitchFamily="2" charset="0"/>
                <a:ea typeface="Roboto" pitchFamily="2" charset="0"/>
              </a:rPr>
              <a:t>python</a:t>
            </a:r>
            <a:r>
              <a:rPr lang="mk-MK" sz="3200" dirty="0">
                <a:latin typeface="Roboto" pitchFamily="2" charset="0"/>
                <a:ea typeface="Roboto" pitchFamily="2" charset="0"/>
              </a:rPr>
              <a:t>, па се и се прикажуваат во </a:t>
            </a:r>
            <a:r>
              <a:rPr lang="en-US" sz="3200" dirty="0">
                <a:latin typeface="Roboto" pitchFamily="2" charset="0"/>
                <a:ea typeface="Roboto" pitchFamily="2" charset="0"/>
              </a:rPr>
              <a:t>HTML</a:t>
            </a:r>
            <a:r>
              <a:rPr lang="mk-MK" sz="3200" dirty="0">
                <a:latin typeface="Roboto" pitchFamily="2" charset="0"/>
                <a:ea typeface="Roboto" pitchFamily="2" charset="0"/>
              </a:rPr>
              <a:t>. Потоа, се добива внес од корисник, и се процесира во </a:t>
            </a:r>
            <a:r>
              <a:rPr lang="en-US" sz="3200" dirty="0">
                <a:latin typeface="Roboto" pitchFamily="2" charset="0"/>
                <a:ea typeface="Roboto" pitchFamily="2" charset="0"/>
              </a:rPr>
              <a:t>python</a:t>
            </a:r>
            <a:r>
              <a:rPr lang="mk-MK" sz="3200" dirty="0">
                <a:latin typeface="Roboto" pitchFamily="2" charset="0"/>
                <a:ea typeface="Roboto" pitchFamily="2" charset="0"/>
              </a:rPr>
              <a:t>, и ако треба се запишува во табела.</a:t>
            </a:r>
            <a:endParaRPr lang="en-US" sz="3200" dirty="0">
              <a:latin typeface="Roboto" pitchFamily="2" charset="0"/>
              <a:ea typeface="Roboto" pitchFamily="2" charset="0"/>
            </a:endParaRPr>
          </a:p>
        </p:txBody>
      </p:sp>
      <p:graphicFrame>
        <p:nvGraphicFramePr>
          <p:cNvPr id="2" name="Diagram 1">
            <a:extLst>
              <a:ext uri="{FF2B5EF4-FFF2-40B4-BE49-F238E27FC236}">
                <a16:creationId xmlns:a16="http://schemas.microsoft.com/office/drawing/2014/main" id="{E534D638-8063-1C48-AF51-745F89EEACD3}"/>
              </a:ext>
            </a:extLst>
          </p:cNvPr>
          <p:cNvGraphicFramePr/>
          <p:nvPr>
            <p:extLst>
              <p:ext uri="{D42A27DB-BD31-4B8C-83A1-F6EECF244321}">
                <p14:modId xmlns:p14="http://schemas.microsoft.com/office/powerpoint/2010/main" val="3188453193"/>
              </p:ext>
            </p:extLst>
          </p:nvPr>
        </p:nvGraphicFramePr>
        <p:xfrm>
          <a:off x="5044100" y="1238231"/>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B2BC1631-E455-18F9-E904-EEB5DFEDE2F8}"/>
              </a:ext>
            </a:extLst>
          </p:cNvPr>
          <p:cNvSpPr txBox="1"/>
          <p:nvPr/>
        </p:nvSpPr>
        <p:spPr>
          <a:xfrm>
            <a:off x="7880220" y="3162734"/>
            <a:ext cx="2455760" cy="1107996"/>
          </a:xfrm>
          <a:prstGeom prst="rect">
            <a:avLst/>
          </a:prstGeom>
          <a:noFill/>
        </p:spPr>
        <p:txBody>
          <a:bodyPr wrap="square" rtlCol="0">
            <a:spAutoFit/>
          </a:bodyPr>
          <a:lstStyle/>
          <a:p>
            <a:pPr algn="ctr"/>
            <a:r>
              <a:rPr lang="en-US" sz="6600" b="1" dirty="0">
                <a:latin typeface="Roboto" pitchFamily="2" charset="0"/>
                <a:ea typeface="Roboto" pitchFamily="2" charset="0"/>
              </a:rPr>
              <a:t>Flask</a:t>
            </a:r>
          </a:p>
        </p:txBody>
      </p:sp>
    </p:spTree>
    <p:extLst>
      <p:ext uri="{BB962C8B-B14F-4D97-AF65-F5344CB8AC3E}">
        <p14:creationId xmlns:p14="http://schemas.microsoft.com/office/powerpoint/2010/main" val="742248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DE181975-9436-E1E3-523D-A8D0DA09290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1E8CE4DD-D2C1-8F84-4682-9F70B092B1C6}"/>
              </a:ext>
            </a:extLst>
          </p:cNvPr>
          <p:cNvSpPr/>
          <p:nvPr/>
        </p:nvSpPr>
        <p:spPr>
          <a:xfrm>
            <a:off x="7669551"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Демонстрација</a:t>
            </a:r>
            <a:endParaRPr lang="en-US" dirty="0">
              <a:solidFill>
                <a:schemeClr val="accent2"/>
              </a:solidFill>
              <a:latin typeface="Roboto" pitchFamily="2" charset="0"/>
              <a:ea typeface="Roboto" pitchFamily="2" charset="0"/>
            </a:endParaRPr>
          </a:p>
        </p:txBody>
      </p:sp>
      <p:sp>
        <p:nvSpPr>
          <p:cNvPr id="6" name="Rounded Rectangle 5">
            <a:extLst>
              <a:ext uri="{FF2B5EF4-FFF2-40B4-BE49-F238E27FC236}">
                <a16:creationId xmlns:a16="http://schemas.microsoft.com/office/drawing/2014/main" id="{5A68F3C7-8932-9598-23D6-04838B3D5E43}"/>
              </a:ext>
            </a:extLst>
          </p:cNvPr>
          <p:cNvSpPr/>
          <p:nvPr/>
        </p:nvSpPr>
        <p:spPr>
          <a:xfrm>
            <a:off x="9311383"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Заклучок и порака</a:t>
            </a:r>
            <a:endParaRPr lang="en-US" dirty="0">
              <a:latin typeface="Roboto" pitchFamily="2" charset="0"/>
              <a:ea typeface="Roboto" pitchFamily="2" charset="0"/>
            </a:endParaRPr>
          </a:p>
        </p:txBody>
      </p:sp>
      <p:sp>
        <p:nvSpPr>
          <p:cNvPr id="9" name="Rounded Rectangle 8">
            <a:extLst>
              <a:ext uri="{FF2B5EF4-FFF2-40B4-BE49-F238E27FC236}">
                <a16:creationId xmlns:a16="http://schemas.microsoft.com/office/drawing/2014/main" id="{6D659A11-5424-DBD5-C8AF-6FCE8BFA2294}"/>
              </a:ext>
            </a:extLst>
          </p:cNvPr>
          <p:cNvSpPr/>
          <p:nvPr/>
        </p:nvSpPr>
        <p:spPr>
          <a:xfrm>
            <a:off x="4640769"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Наставни единици</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FB39F543-C82B-09CC-233E-99AA7C891C7D}"/>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5C3603ED-EF7F-5597-088D-F114DF8CEA29}"/>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43DC5FC2-3A61-AE61-B523-53D68BA575FF}"/>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
        <p:nvSpPr>
          <p:cNvPr id="16" name="TextBox 15">
            <a:extLst>
              <a:ext uri="{FF2B5EF4-FFF2-40B4-BE49-F238E27FC236}">
                <a16:creationId xmlns:a16="http://schemas.microsoft.com/office/drawing/2014/main" id="{C35DD5F7-2028-281F-8BD8-17E5491EDBDC}"/>
              </a:ext>
            </a:extLst>
          </p:cNvPr>
          <p:cNvSpPr txBox="1"/>
          <p:nvPr/>
        </p:nvSpPr>
        <p:spPr>
          <a:xfrm>
            <a:off x="3250504" y="2066795"/>
            <a:ext cx="184731" cy="369332"/>
          </a:xfrm>
          <a:prstGeom prst="rect">
            <a:avLst/>
          </a:prstGeom>
          <a:noFill/>
        </p:spPr>
        <p:txBody>
          <a:bodyPr wrap="none" rtlCol="0">
            <a:spAutoFit/>
          </a:bodyPr>
          <a:lstStyle/>
          <a:p>
            <a:endParaRPr lang="en-US" dirty="0">
              <a:latin typeface="Roboto" pitchFamily="2" charset="0"/>
              <a:ea typeface="Roboto" pitchFamily="2" charset="0"/>
            </a:endParaRPr>
          </a:p>
        </p:txBody>
      </p:sp>
      <p:pic>
        <p:nvPicPr>
          <p:cNvPr id="3" name="Picture 2">
            <a:extLst>
              <a:ext uri="{FF2B5EF4-FFF2-40B4-BE49-F238E27FC236}">
                <a16:creationId xmlns:a16="http://schemas.microsoft.com/office/drawing/2014/main" id="{18584AE0-2505-A284-FC30-4B611D1E3010}"/>
              </a:ext>
            </a:extLst>
          </p:cNvPr>
          <p:cNvPicPr>
            <a:picLocks noChangeAspect="1"/>
          </p:cNvPicPr>
          <p:nvPr/>
        </p:nvPicPr>
        <p:blipFill>
          <a:blip r:embed="rId2"/>
          <a:stretch>
            <a:fillRect/>
          </a:stretch>
        </p:blipFill>
        <p:spPr>
          <a:xfrm>
            <a:off x="7333372" y="1866111"/>
            <a:ext cx="3708400" cy="3695700"/>
          </a:xfrm>
          <a:prstGeom prst="rect">
            <a:avLst/>
          </a:prstGeom>
        </p:spPr>
      </p:pic>
      <p:sp>
        <p:nvSpPr>
          <p:cNvPr id="4" name="TextBox 3">
            <a:extLst>
              <a:ext uri="{FF2B5EF4-FFF2-40B4-BE49-F238E27FC236}">
                <a16:creationId xmlns:a16="http://schemas.microsoft.com/office/drawing/2014/main" id="{5D31EF9D-010E-7ACE-8778-F96BA17A8191}"/>
              </a:ext>
            </a:extLst>
          </p:cNvPr>
          <p:cNvSpPr txBox="1"/>
          <p:nvPr/>
        </p:nvSpPr>
        <p:spPr>
          <a:xfrm>
            <a:off x="185331" y="1238231"/>
            <a:ext cx="10264463" cy="646331"/>
          </a:xfrm>
          <a:prstGeom prst="rect">
            <a:avLst/>
          </a:prstGeom>
          <a:noFill/>
        </p:spPr>
        <p:txBody>
          <a:bodyPr wrap="square" rtlCol="0">
            <a:spAutoFit/>
          </a:bodyPr>
          <a:lstStyle/>
          <a:p>
            <a:r>
              <a:rPr lang="mk-MK" sz="3600" b="1" dirty="0">
                <a:latin typeface="Roboto" pitchFamily="2" charset="0"/>
                <a:ea typeface="Roboto" pitchFamily="2" charset="0"/>
              </a:rPr>
              <a:t>И вие може да пристапите!</a:t>
            </a:r>
            <a:endParaRPr lang="en-US" sz="3600" b="1" dirty="0">
              <a:latin typeface="Roboto" pitchFamily="2" charset="0"/>
              <a:ea typeface="Roboto" pitchFamily="2" charset="0"/>
            </a:endParaRPr>
          </a:p>
        </p:txBody>
      </p:sp>
      <p:sp>
        <p:nvSpPr>
          <p:cNvPr id="8" name="TextBox 7">
            <a:extLst>
              <a:ext uri="{FF2B5EF4-FFF2-40B4-BE49-F238E27FC236}">
                <a16:creationId xmlns:a16="http://schemas.microsoft.com/office/drawing/2014/main" id="{7A4FD411-DCBE-9DA2-2C54-710DD4FB92D2}"/>
              </a:ext>
            </a:extLst>
          </p:cNvPr>
          <p:cNvSpPr txBox="1"/>
          <p:nvPr/>
        </p:nvSpPr>
        <p:spPr>
          <a:xfrm flipH="1">
            <a:off x="281047" y="1913652"/>
            <a:ext cx="6594766" cy="2062103"/>
          </a:xfrm>
          <a:prstGeom prst="rect">
            <a:avLst/>
          </a:prstGeom>
          <a:noFill/>
        </p:spPr>
        <p:txBody>
          <a:bodyPr wrap="square" rtlCol="0">
            <a:spAutoFit/>
          </a:bodyPr>
          <a:lstStyle/>
          <a:p>
            <a:r>
              <a:rPr lang="mk-MK" sz="3200" dirty="0">
                <a:latin typeface="Roboto" pitchFamily="2" charset="0"/>
                <a:ea typeface="Roboto" pitchFamily="2" charset="0"/>
              </a:rPr>
              <a:t>Можете да идете на </a:t>
            </a:r>
            <a:r>
              <a:rPr lang="en-US" sz="3200" dirty="0" err="1">
                <a:latin typeface="Roboto" pitchFamily="2" charset="0"/>
                <a:ea typeface="Roboto" pitchFamily="2" charset="0"/>
              </a:rPr>
              <a:t>final.nestorovski.com</a:t>
            </a:r>
            <a:r>
              <a:rPr lang="en-US" sz="3200" dirty="0">
                <a:latin typeface="Roboto" pitchFamily="2" charset="0"/>
                <a:ea typeface="Roboto" pitchFamily="2" charset="0"/>
              </a:rPr>
              <a:t> </a:t>
            </a:r>
            <a:r>
              <a:rPr lang="mk-MK" sz="3200" dirty="0">
                <a:latin typeface="Roboto" pitchFamily="2" charset="0"/>
                <a:ea typeface="Roboto" pitchFamily="2" charset="0"/>
              </a:rPr>
              <a:t>или да го скенирате </a:t>
            </a:r>
            <a:r>
              <a:rPr lang="en-US" sz="3200" dirty="0">
                <a:latin typeface="Roboto" pitchFamily="2" charset="0"/>
                <a:ea typeface="Roboto" pitchFamily="2" charset="0"/>
              </a:rPr>
              <a:t>QR</a:t>
            </a:r>
            <a:r>
              <a:rPr lang="mk-MK" sz="3200" dirty="0">
                <a:latin typeface="Roboto" pitchFamily="2" charset="0"/>
                <a:ea typeface="Roboto" pitchFamily="2" charset="0"/>
              </a:rPr>
              <a:t> – кодот да пристапите!</a:t>
            </a:r>
            <a:endParaRPr lang="en-US" sz="3200" dirty="0">
              <a:latin typeface="Roboto" pitchFamily="2" charset="0"/>
              <a:ea typeface="Roboto" pitchFamily="2" charset="0"/>
            </a:endParaRPr>
          </a:p>
        </p:txBody>
      </p:sp>
    </p:spTree>
    <p:extLst>
      <p:ext uri="{BB962C8B-B14F-4D97-AF65-F5344CB8AC3E}">
        <p14:creationId xmlns:p14="http://schemas.microsoft.com/office/powerpoint/2010/main" val="332157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3304A"/>
        </a:solidFill>
        <a:effectLst/>
      </p:bgPr>
    </p:bg>
    <p:spTree>
      <p:nvGrpSpPr>
        <p:cNvPr id="1" name="">
          <a:extLst>
            <a:ext uri="{FF2B5EF4-FFF2-40B4-BE49-F238E27FC236}">
              <a16:creationId xmlns:a16="http://schemas.microsoft.com/office/drawing/2014/main" id="{14C8EBF7-15D5-23C6-ED30-7F4186BBB1FF}"/>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CD253B8E-64EA-F316-5EAB-B398A16D3037}"/>
              </a:ext>
            </a:extLst>
          </p:cNvPr>
          <p:cNvSpPr/>
          <p:nvPr/>
        </p:nvSpPr>
        <p:spPr>
          <a:xfrm>
            <a:off x="9311382" y="172826"/>
            <a:ext cx="1518021" cy="851649"/>
          </a:xfrm>
          <a:prstGeom prst="roundRect">
            <a:avLst/>
          </a:prstGeom>
          <a:solidFill>
            <a:srgbClr val="FFFF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solidFill>
                  <a:schemeClr val="accent2"/>
                </a:solidFill>
                <a:latin typeface="Roboto" pitchFamily="2" charset="0"/>
                <a:ea typeface="Roboto" pitchFamily="2" charset="0"/>
              </a:rPr>
              <a:t>Заклучок и порака</a:t>
            </a:r>
          </a:p>
        </p:txBody>
      </p:sp>
      <p:sp>
        <p:nvSpPr>
          <p:cNvPr id="6" name="Rounded Rectangle 5">
            <a:extLst>
              <a:ext uri="{FF2B5EF4-FFF2-40B4-BE49-F238E27FC236}">
                <a16:creationId xmlns:a16="http://schemas.microsoft.com/office/drawing/2014/main" id="{E27FBB78-4586-6F56-374B-73DF1B72D35F}"/>
              </a:ext>
            </a:extLst>
          </p:cNvPr>
          <p:cNvSpPr/>
          <p:nvPr/>
        </p:nvSpPr>
        <p:spPr>
          <a:xfrm>
            <a:off x="7754511"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Демонстрација</a:t>
            </a:r>
            <a:endParaRPr lang="en-US" dirty="0">
              <a:latin typeface="Roboto" pitchFamily="2" charset="0"/>
              <a:ea typeface="Roboto" pitchFamily="2" charset="0"/>
            </a:endParaRPr>
          </a:p>
        </p:txBody>
      </p:sp>
      <p:sp>
        <p:nvSpPr>
          <p:cNvPr id="11" name="Rounded Rectangle 10">
            <a:extLst>
              <a:ext uri="{FF2B5EF4-FFF2-40B4-BE49-F238E27FC236}">
                <a16:creationId xmlns:a16="http://schemas.microsoft.com/office/drawing/2014/main" id="{BC0234BD-8B8C-DFE0-A000-07952563B276}"/>
              </a:ext>
            </a:extLst>
          </p:cNvPr>
          <p:cNvSpPr/>
          <p:nvPr/>
        </p:nvSpPr>
        <p:spPr>
          <a:xfrm>
            <a:off x="6197640"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Правење на проект</a:t>
            </a:r>
            <a:endParaRPr lang="en-US" dirty="0">
              <a:latin typeface="Roboto" pitchFamily="2" charset="0"/>
              <a:ea typeface="Roboto" pitchFamily="2" charset="0"/>
            </a:endParaRPr>
          </a:p>
        </p:txBody>
      </p:sp>
      <p:sp>
        <p:nvSpPr>
          <p:cNvPr id="16" name="TextBox 15">
            <a:extLst>
              <a:ext uri="{FF2B5EF4-FFF2-40B4-BE49-F238E27FC236}">
                <a16:creationId xmlns:a16="http://schemas.microsoft.com/office/drawing/2014/main" id="{BDFC19A5-F007-B474-3B20-4718F7AFAE5D}"/>
              </a:ext>
            </a:extLst>
          </p:cNvPr>
          <p:cNvSpPr txBox="1"/>
          <p:nvPr/>
        </p:nvSpPr>
        <p:spPr>
          <a:xfrm>
            <a:off x="3250504" y="2066795"/>
            <a:ext cx="184731" cy="369332"/>
          </a:xfrm>
          <a:prstGeom prst="rect">
            <a:avLst/>
          </a:prstGeom>
          <a:noFill/>
        </p:spPr>
        <p:txBody>
          <a:bodyPr wrap="none" rtlCol="0">
            <a:spAutoFit/>
          </a:bodyPr>
          <a:lstStyle/>
          <a:p>
            <a:endParaRPr lang="en-US" dirty="0">
              <a:latin typeface="Roboto" pitchFamily="2" charset="0"/>
              <a:ea typeface="Roboto" pitchFamily="2" charset="0"/>
            </a:endParaRPr>
          </a:p>
        </p:txBody>
      </p:sp>
      <p:sp>
        <p:nvSpPr>
          <p:cNvPr id="2" name="TextBox 1">
            <a:extLst>
              <a:ext uri="{FF2B5EF4-FFF2-40B4-BE49-F238E27FC236}">
                <a16:creationId xmlns:a16="http://schemas.microsoft.com/office/drawing/2014/main" id="{B7AE07F8-D246-FC81-774F-61AACD457E44}"/>
              </a:ext>
            </a:extLst>
          </p:cNvPr>
          <p:cNvSpPr txBox="1"/>
          <p:nvPr/>
        </p:nvSpPr>
        <p:spPr>
          <a:xfrm>
            <a:off x="185331" y="1238231"/>
            <a:ext cx="10264463" cy="646331"/>
          </a:xfrm>
          <a:prstGeom prst="rect">
            <a:avLst/>
          </a:prstGeom>
          <a:noFill/>
        </p:spPr>
        <p:txBody>
          <a:bodyPr wrap="square" rtlCol="0">
            <a:spAutoFit/>
          </a:bodyPr>
          <a:lstStyle/>
          <a:p>
            <a:r>
              <a:rPr lang="mk-MK" sz="3600" b="1" dirty="0">
                <a:latin typeface="Roboto" pitchFamily="2" charset="0"/>
                <a:ea typeface="Roboto" pitchFamily="2" charset="0"/>
              </a:rPr>
              <a:t>Заклучок</a:t>
            </a:r>
            <a:endParaRPr lang="en-US" sz="3600" b="1" dirty="0">
              <a:latin typeface="Roboto" pitchFamily="2" charset="0"/>
              <a:ea typeface="Roboto" pitchFamily="2" charset="0"/>
            </a:endParaRPr>
          </a:p>
        </p:txBody>
      </p:sp>
      <p:sp>
        <p:nvSpPr>
          <p:cNvPr id="3" name="TextBox 2">
            <a:extLst>
              <a:ext uri="{FF2B5EF4-FFF2-40B4-BE49-F238E27FC236}">
                <a16:creationId xmlns:a16="http://schemas.microsoft.com/office/drawing/2014/main" id="{53582985-CFCD-AC50-B1C9-D4823DE0D3F2}"/>
              </a:ext>
            </a:extLst>
          </p:cNvPr>
          <p:cNvSpPr txBox="1"/>
          <p:nvPr/>
        </p:nvSpPr>
        <p:spPr>
          <a:xfrm flipH="1">
            <a:off x="281047" y="1913652"/>
            <a:ext cx="6594766" cy="4524315"/>
          </a:xfrm>
          <a:prstGeom prst="rect">
            <a:avLst/>
          </a:prstGeom>
          <a:noFill/>
        </p:spPr>
        <p:txBody>
          <a:bodyPr wrap="square" rtlCol="0">
            <a:spAutoFit/>
          </a:bodyPr>
          <a:lstStyle/>
          <a:p>
            <a:r>
              <a:rPr lang="mk-MK" sz="3200" dirty="0">
                <a:latin typeface="Roboto" pitchFamily="2" charset="0"/>
                <a:ea typeface="Roboto" pitchFamily="2" charset="0"/>
              </a:rPr>
              <a:t>Завршувајќи го овој курс, се сеќавам на сите добри моменти, и сите работи што ги имам научено. Овој курс беше еден од најубавите, и ако можев, би го слушал цел од ново. На овој курс, јас научив многу работи, и со ова знаење, можам уште многу повеќе.</a:t>
            </a:r>
            <a:endParaRPr lang="en-US" sz="3200" dirty="0">
              <a:latin typeface="Roboto" pitchFamily="2" charset="0"/>
              <a:ea typeface="Roboto" pitchFamily="2" charset="0"/>
            </a:endParaRPr>
          </a:p>
        </p:txBody>
      </p:sp>
      <p:pic>
        <p:nvPicPr>
          <p:cNvPr id="7" name="Picture 6">
            <a:extLst>
              <a:ext uri="{FF2B5EF4-FFF2-40B4-BE49-F238E27FC236}">
                <a16:creationId xmlns:a16="http://schemas.microsoft.com/office/drawing/2014/main" id="{6D3911EE-505A-0120-3B38-FFFB9FD480F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rot="1305644">
            <a:off x="7141291" y="1239023"/>
            <a:ext cx="5469563" cy="5469563"/>
          </a:xfrm>
          <a:prstGeom prst="rect">
            <a:avLst/>
          </a:prstGeom>
        </p:spPr>
      </p:pic>
      <p:pic>
        <p:nvPicPr>
          <p:cNvPr id="4" name="Picture 3">
            <a:extLst>
              <a:ext uri="{FF2B5EF4-FFF2-40B4-BE49-F238E27FC236}">
                <a16:creationId xmlns:a16="http://schemas.microsoft.com/office/drawing/2014/main" id="{7B4C2A97-BE30-85EE-C9EE-B8E28682094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rot="496773">
            <a:off x="6357124" y="1206331"/>
            <a:ext cx="5469563" cy="5469563"/>
          </a:xfrm>
          <a:prstGeom prst="rect">
            <a:avLst/>
          </a:prstGeom>
        </p:spPr>
      </p:pic>
      <p:sp>
        <p:nvSpPr>
          <p:cNvPr id="9" name="Rounded Rectangle 8">
            <a:extLst>
              <a:ext uri="{FF2B5EF4-FFF2-40B4-BE49-F238E27FC236}">
                <a16:creationId xmlns:a16="http://schemas.microsoft.com/office/drawing/2014/main" id="{369058F8-738A-B35E-6781-64B1FDE90BFC}"/>
              </a:ext>
            </a:extLst>
          </p:cNvPr>
          <p:cNvSpPr/>
          <p:nvPr/>
        </p:nvSpPr>
        <p:spPr>
          <a:xfrm>
            <a:off x="4640769"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Наставни единици</a:t>
            </a:r>
            <a:endParaRPr lang="en-US" dirty="0">
              <a:latin typeface="Roboto" pitchFamily="2" charset="0"/>
              <a:ea typeface="Roboto" pitchFamily="2" charset="0"/>
            </a:endParaRPr>
          </a:p>
        </p:txBody>
      </p:sp>
      <p:sp>
        <p:nvSpPr>
          <p:cNvPr id="12" name="Rounded Rectangle 11">
            <a:extLst>
              <a:ext uri="{FF2B5EF4-FFF2-40B4-BE49-F238E27FC236}">
                <a16:creationId xmlns:a16="http://schemas.microsoft.com/office/drawing/2014/main" id="{A9F58945-C5B0-7142-A283-B2F2701A3DD1}"/>
              </a:ext>
            </a:extLst>
          </p:cNvPr>
          <p:cNvSpPr/>
          <p:nvPr/>
        </p:nvSpPr>
        <p:spPr>
          <a:xfrm>
            <a:off x="3083898"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Основна идеа</a:t>
            </a:r>
            <a:endParaRPr lang="en-US" dirty="0">
              <a:latin typeface="Roboto" pitchFamily="2" charset="0"/>
              <a:ea typeface="Roboto" pitchFamily="2" charset="0"/>
            </a:endParaRPr>
          </a:p>
        </p:txBody>
      </p:sp>
      <p:sp>
        <p:nvSpPr>
          <p:cNvPr id="14" name="Rounded Rectangle 13">
            <a:extLst>
              <a:ext uri="{FF2B5EF4-FFF2-40B4-BE49-F238E27FC236}">
                <a16:creationId xmlns:a16="http://schemas.microsoft.com/office/drawing/2014/main" id="{E9EDECA3-28B9-18D9-AC7D-A2C69EEDEFF2}"/>
              </a:ext>
            </a:extLst>
          </p:cNvPr>
          <p:cNvSpPr/>
          <p:nvPr/>
        </p:nvSpPr>
        <p:spPr>
          <a:xfrm>
            <a:off x="1527027" y="314218"/>
            <a:ext cx="1353589" cy="710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k-MK" dirty="0">
                <a:latin typeface="Roboto" pitchFamily="2" charset="0"/>
                <a:ea typeface="Roboto" pitchFamily="2" charset="0"/>
              </a:rPr>
              <a:t>Почеток</a:t>
            </a:r>
            <a:endParaRPr lang="en-US" dirty="0">
              <a:latin typeface="Roboto" pitchFamily="2" charset="0"/>
              <a:ea typeface="Roboto" pitchFamily="2" charset="0"/>
            </a:endParaRPr>
          </a:p>
        </p:txBody>
      </p:sp>
    </p:spTree>
    <p:extLst>
      <p:ext uri="{BB962C8B-B14F-4D97-AF65-F5344CB8AC3E}">
        <p14:creationId xmlns:p14="http://schemas.microsoft.com/office/powerpoint/2010/main" val="4048212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03D4-D573-523C-6D13-DF3C65468357}"/>
              </a:ext>
            </a:extLst>
          </p:cNvPr>
          <p:cNvSpPr>
            <a:spLocks noGrp="1"/>
          </p:cNvSpPr>
          <p:nvPr>
            <p:ph type="title"/>
          </p:nvPr>
        </p:nvSpPr>
        <p:spPr/>
        <p:txBody>
          <a:bodyPr/>
          <a:lstStyle/>
          <a:p>
            <a:r>
              <a:rPr lang="mk-MK" dirty="0"/>
              <a:t>Порака</a:t>
            </a:r>
            <a:endParaRPr lang="en-US" dirty="0"/>
          </a:p>
        </p:txBody>
      </p:sp>
      <p:sp>
        <p:nvSpPr>
          <p:cNvPr id="3" name="Content Placeholder 2">
            <a:extLst>
              <a:ext uri="{FF2B5EF4-FFF2-40B4-BE49-F238E27FC236}">
                <a16:creationId xmlns:a16="http://schemas.microsoft.com/office/drawing/2014/main" id="{948979BE-28F5-69EB-EDA4-58C117AF432A}"/>
              </a:ext>
            </a:extLst>
          </p:cNvPr>
          <p:cNvSpPr>
            <a:spLocks noGrp="1"/>
          </p:cNvSpPr>
          <p:nvPr>
            <p:ph idx="1"/>
          </p:nvPr>
        </p:nvSpPr>
        <p:spPr/>
        <p:txBody>
          <a:bodyPr>
            <a:normAutofit/>
          </a:bodyPr>
          <a:lstStyle/>
          <a:p>
            <a:pPr marL="0" indent="0">
              <a:buNone/>
            </a:pPr>
            <a:r>
              <a:rPr lang="mk-MK" sz="3600" b="1" dirty="0">
                <a:latin typeface="Roboto" pitchFamily="2" charset="0"/>
                <a:ea typeface="Roboto" pitchFamily="2" charset="0"/>
              </a:rPr>
              <a:t>За убави работи треба време.</a:t>
            </a:r>
            <a:endParaRPr lang="en-US" sz="3600" b="1" dirty="0">
              <a:latin typeface="Roboto" pitchFamily="2" charset="0"/>
              <a:ea typeface="Roboto" pitchFamily="2" charset="0"/>
            </a:endParaRPr>
          </a:p>
        </p:txBody>
      </p:sp>
    </p:spTree>
    <p:extLst>
      <p:ext uri="{BB962C8B-B14F-4D97-AF65-F5344CB8AC3E}">
        <p14:creationId xmlns:p14="http://schemas.microsoft.com/office/powerpoint/2010/main" val="1054928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114</TotalTime>
  <Words>582</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Порака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Јаков Несторовски</dc:creator>
  <cp:lastModifiedBy>Semos</cp:lastModifiedBy>
  <cp:revision>5</cp:revision>
  <cp:lastPrinted>2026-05-08T20:49:06Z</cp:lastPrinted>
  <dcterms:created xsi:type="dcterms:W3CDTF">2026-05-08T18:59:26Z</dcterms:created>
  <dcterms:modified xsi:type="dcterms:W3CDTF">2026-05-09T07:05:57Z</dcterms:modified>
</cp:coreProperties>
</file>