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7" r:id="rId2"/>
    <p:sldId id="258" r:id="rId3"/>
    <p:sldId id="259" r:id="rId4"/>
    <p:sldId id="264" r:id="rId5"/>
    <p:sldId id="265" r:id="rId6"/>
    <p:sldId id="266" r:id="rId7"/>
    <p:sldId id="260" r:id="rId8"/>
    <p:sldId id="267" r:id="rId9"/>
    <p:sldId id="261" r:id="rId10"/>
    <p:sldId id="262" r:id="rId11"/>
    <p:sldId id="263"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AF"/>
    <a:srgbClr val="03304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631"/>
    <p:restoredTop sz="94678"/>
  </p:normalViewPr>
  <p:slideViewPr>
    <p:cSldViewPr snapToGrid="0">
      <p:cViewPr varScale="1">
        <p:scale>
          <a:sx n="141" d="100"/>
          <a:sy n="141" d="100"/>
        </p:scale>
        <p:origin x="192" y="3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4664D4E-E219-D740-A2E6-ED039762A8E0}" type="doc">
      <dgm:prSet loTypeId="urn:microsoft.com/office/officeart/2005/8/layout/cycle1" loCatId="" qsTypeId="urn:microsoft.com/office/officeart/2005/8/quickstyle/simple1" qsCatId="simple" csTypeId="urn:microsoft.com/office/officeart/2005/8/colors/accent1_2" csCatId="accent1" phldr="1"/>
      <dgm:spPr/>
      <dgm:t>
        <a:bodyPr/>
        <a:lstStyle/>
        <a:p>
          <a:endParaRPr lang="en-US"/>
        </a:p>
      </dgm:t>
    </dgm:pt>
    <dgm:pt modelId="{5D8B2E71-E625-9840-9D01-8F62A741BFCF}">
      <dgm:prSet phldrT="[Text]"/>
      <dgm:spPr/>
      <dgm:t>
        <a:bodyPr/>
        <a:lstStyle/>
        <a:p>
          <a:r>
            <a:rPr lang="en-US" dirty="0"/>
            <a:t>Python </a:t>
          </a:r>
          <a:r>
            <a:rPr lang="mk-MK" dirty="0"/>
            <a:t>процеси</a:t>
          </a:r>
          <a:endParaRPr lang="en-US" dirty="0"/>
        </a:p>
      </dgm:t>
    </dgm:pt>
    <dgm:pt modelId="{2356B93C-F6E4-0048-A8B0-68F6567784E5}" type="parTrans" cxnId="{C67904EC-0884-E84D-8A8B-890351741558}">
      <dgm:prSet/>
      <dgm:spPr/>
      <dgm:t>
        <a:bodyPr/>
        <a:lstStyle/>
        <a:p>
          <a:endParaRPr lang="en-US"/>
        </a:p>
      </dgm:t>
    </dgm:pt>
    <dgm:pt modelId="{BFD1B186-D1E9-9849-8206-B9BA24F116ED}" type="sibTrans" cxnId="{C67904EC-0884-E84D-8A8B-890351741558}">
      <dgm:prSet/>
      <dgm:spPr/>
      <dgm:t>
        <a:bodyPr/>
        <a:lstStyle/>
        <a:p>
          <a:endParaRPr lang="en-US"/>
        </a:p>
      </dgm:t>
    </dgm:pt>
    <dgm:pt modelId="{FD857844-BDB8-4F4C-8124-00614843398E}">
      <dgm:prSet phldrT="[Text]"/>
      <dgm:spPr/>
      <dgm:t>
        <a:bodyPr/>
        <a:lstStyle/>
        <a:p>
          <a:r>
            <a:rPr lang="mk-MK" dirty="0">
              <a:latin typeface="Roboto" pitchFamily="2" charset="0"/>
              <a:ea typeface="Roboto" pitchFamily="2" charset="0"/>
            </a:rPr>
            <a:t>Прикажување </a:t>
          </a:r>
          <a:r>
            <a:rPr lang="mk-MK" dirty="0"/>
            <a:t>во </a:t>
          </a:r>
          <a:r>
            <a:rPr lang="en-US" dirty="0"/>
            <a:t>HTML</a:t>
          </a:r>
        </a:p>
      </dgm:t>
    </dgm:pt>
    <dgm:pt modelId="{F4C7F738-3578-284F-BE77-DC0AD749F70D}" type="parTrans" cxnId="{30B5EA94-945A-574F-A7A7-859FEAB052BF}">
      <dgm:prSet/>
      <dgm:spPr/>
      <dgm:t>
        <a:bodyPr/>
        <a:lstStyle/>
        <a:p>
          <a:endParaRPr lang="en-US"/>
        </a:p>
      </dgm:t>
    </dgm:pt>
    <dgm:pt modelId="{F2549B5F-2C2D-2B47-820C-263F2C3B5E58}" type="sibTrans" cxnId="{30B5EA94-945A-574F-A7A7-859FEAB052BF}">
      <dgm:prSet/>
      <dgm:spPr/>
      <dgm:t>
        <a:bodyPr/>
        <a:lstStyle/>
        <a:p>
          <a:endParaRPr lang="en-US"/>
        </a:p>
      </dgm:t>
    </dgm:pt>
    <dgm:pt modelId="{C37EC24D-AB77-164D-821C-3C4E3B5A3F34}">
      <dgm:prSet phldrT="[Text]"/>
      <dgm:spPr/>
      <dgm:t>
        <a:bodyPr/>
        <a:lstStyle/>
        <a:p>
          <a:r>
            <a:rPr lang="mk-MK" dirty="0"/>
            <a:t>Добивање внес од корисник</a:t>
          </a:r>
          <a:endParaRPr lang="en-US" dirty="0"/>
        </a:p>
      </dgm:t>
    </dgm:pt>
    <dgm:pt modelId="{C9AB25BC-97D5-ED49-AE8D-0B4281AD1459}" type="parTrans" cxnId="{B85F52DD-AEDA-F048-975A-AC0F02BC54D7}">
      <dgm:prSet/>
      <dgm:spPr/>
      <dgm:t>
        <a:bodyPr/>
        <a:lstStyle/>
        <a:p>
          <a:endParaRPr lang="en-US"/>
        </a:p>
      </dgm:t>
    </dgm:pt>
    <dgm:pt modelId="{8A1C4485-6C41-494F-B594-8E93C91699E1}" type="sibTrans" cxnId="{B85F52DD-AEDA-F048-975A-AC0F02BC54D7}">
      <dgm:prSet/>
      <dgm:spPr/>
      <dgm:t>
        <a:bodyPr/>
        <a:lstStyle/>
        <a:p>
          <a:endParaRPr lang="en-US"/>
        </a:p>
      </dgm:t>
    </dgm:pt>
    <dgm:pt modelId="{C8A73CC3-2FED-C74C-867B-13212C75FFD6}">
      <dgm:prSet phldrT="[Text]"/>
      <dgm:spPr/>
      <dgm:t>
        <a:bodyPr/>
        <a:lstStyle/>
        <a:p>
          <a:r>
            <a:rPr lang="en-US" dirty="0"/>
            <a:t>Python </a:t>
          </a:r>
          <a:r>
            <a:rPr lang="mk-MK" dirty="0"/>
            <a:t>процеси</a:t>
          </a:r>
          <a:endParaRPr lang="en-US" dirty="0"/>
        </a:p>
      </dgm:t>
    </dgm:pt>
    <dgm:pt modelId="{DDA54356-34D9-054C-AC98-A75553F7C9CD}" type="parTrans" cxnId="{31FAFB7B-BBD2-154A-9927-B8E0E000EE6C}">
      <dgm:prSet/>
      <dgm:spPr/>
      <dgm:t>
        <a:bodyPr/>
        <a:lstStyle/>
        <a:p>
          <a:endParaRPr lang="en-US"/>
        </a:p>
      </dgm:t>
    </dgm:pt>
    <dgm:pt modelId="{3DA8EAEC-2F3D-BB42-A3F4-AFF53E3B70F4}" type="sibTrans" cxnId="{31FAFB7B-BBD2-154A-9927-B8E0E000EE6C}">
      <dgm:prSet/>
      <dgm:spPr/>
      <dgm:t>
        <a:bodyPr/>
        <a:lstStyle/>
        <a:p>
          <a:endParaRPr lang="en-US"/>
        </a:p>
      </dgm:t>
    </dgm:pt>
    <dgm:pt modelId="{4B95AA38-E4FF-B74F-88B8-6F97CB112388}">
      <dgm:prSet phldrT="[Text]"/>
      <dgm:spPr/>
      <dgm:t>
        <a:bodyPr/>
        <a:lstStyle/>
        <a:p>
          <a:r>
            <a:rPr lang="mk-MK" dirty="0"/>
            <a:t>Менување </a:t>
          </a:r>
          <a:r>
            <a:rPr lang="en-US" dirty="0"/>
            <a:t>SQL</a:t>
          </a:r>
          <a:r>
            <a:rPr lang="mk-MK" dirty="0"/>
            <a:t> табели</a:t>
          </a:r>
          <a:endParaRPr lang="en-US" dirty="0"/>
        </a:p>
      </dgm:t>
    </dgm:pt>
    <dgm:pt modelId="{AC232376-2775-F44F-AB8A-2CD2CA5FC68F}" type="parTrans" cxnId="{579A1D3F-FB33-EC42-AC8F-CC93B13042A0}">
      <dgm:prSet/>
      <dgm:spPr/>
      <dgm:t>
        <a:bodyPr/>
        <a:lstStyle/>
        <a:p>
          <a:endParaRPr lang="en-US"/>
        </a:p>
      </dgm:t>
    </dgm:pt>
    <dgm:pt modelId="{8F9BD228-D4CD-364F-B3AD-924D8904A737}" type="sibTrans" cxnId="{579A1D3F-FB33-EC42-AC8F-CC93B13042A0}">
      <dgm:prSet/>
      <dgm:spPr/>
      <dgm:t>
        <a:bodyPr/>
        <a:lstStyle/>
        <a:p>
          <a:endParaRPr lang="en-US"/>
        </a:p>
      </dgm:t>
    </dgm:pt>
    <dgm:pt modelId="{D865FE29-A4C5-3140-93EE-707F7629C2DB}" type="pres">
      <dgm:prSet presAssocID="{44664D4E-E219-D740-A2E6-ED039762A8E0}" presName="cycle" presStyleCnt="0">
        <dgm:presLayoutVars>
          <dgm:dir/>
          <dgm:resizeHandles val="exact"/>
        </dgm:presLayoutVars>
      </dgm:prSet>
      <dgm:spPr/>
    </dgm:pt>
    <dgm:pt modelId="{F41B919D-867F-634B-932F-135C0AF61977}" type="pres">
      <dgm:prSet presAssocID="{5D8B2E71-E625-9840-9D01-8F62A741BFCF}" presName="dummy" presStyleCnt="0"/>
      <dgm:spPr/>
    </dgm:pt>
    <dgm:pt modelId="{260BB470-71D2-B14F-B224-096070036DE7}" type="pres">
      <dgm:prSet presAssocID="{5D8B2E71-E625-9840-9D01-8F62A741BFCF}" presName="node" presStyleLbl="revTx" presStyleIdx="0" presStyleCnt="5">
        <dgm:presLayoutVars>
          <dgm:bulletEnabled val="1"/>
        </dgm:presLayoutVars>
      </dgm:prSet>
      <dgm:spPr/>
    </dgm:pt>
    <dgm:pt modelId="{A4CE1ADA-50E1-AE4A-AB62-3738B204632A}" type="pres">
      <dgm:prSet presAssocID="{BFD1B186-D1E9-9849-8206-B9BA24F116ED}" presName="sibTrans" presStyleLbl="node1" presStyleIdx="0" presStyleCnt="5"/>
      <dgm:spPr/>
    </dgm:pt>
    <dgm:pt modelId="{B34B8A5F-9AED-7347-804C-BA49DEA62315}" type="pres">
      <dgm:prSet presAssocID="{FD857844-BDB8-4F4C-8124-00614843398E}" presName="dummy" presStyleCnt="0"/>
      <dgm:spPr/>
    </dgm:pt>
    <dgm:pt modelId="{DE7E1698-162E-A642-B8E7-48821E640C16}" type="pres">
      <dgm:prSet presAssocID="{FD857844-BDB8-4F4C-8124-00614843398E}" presName="node" presStyleLbl="revTx" presStyleIdx="1" presStyleCnt="5">
        <dgm:presLayoutVars>
          <dgm:bulletEnabled val="1"/>
        </dgm:presLayoutVars>
      </dgm:prSet>
      <dgm:spPr/>
    </dgm:pt>
    <dgm:pt modelId="{CBD7FEC7-D0A1-DF4E-A28F-D3C5AAAAF222}" type="pres">
      <dgm:prSet presAssocID="{F2549B5F-2C2D-2B47-820C-263F2C3B5E58}" presName="sibTrans" presStyleLbl="node1" presStyleIdx="1" presStyleCnt="5"/>
      <dgm:spPr/>
    </dgm:pt>
    <dgm:pt modelId="{3040CE9E-606C-154B-AEB3-F7C4C4E47164}" type="pres">
      <dgm:prSet presAssocID="{C37EC24D-AB77-164D-821C-3C4E3B5A3F34}" presName="dummy" presStyleCnt="0"/>
      <dgm:spPr/>
    </dgm:pt>
    <dgm:pt modelId="{D0549E38-3615-2D48-9233-EA3707BD936B}" type="pres">
      <dgm:prSet presAssocID="{C37EC24D-AB77-164D-821C-3C4E3B5A3F34}" presName="node" presStyleLbl="revTx" presStyleIdx="2" presStyleCnt="5">
        <dgm:presLayoutVars>
          <dgm:bulletEnabled val="1"/>
        </dgm:presLayoutVars>
      </dgm:prSet>
      <dgm:spPr/>
    </dgm:pt>
    <dgm:pt modelId="{779B923B-0436-4C49-BA72-A2739F050C15}" type="pres">
      <dgm:prSet presAssocID="{8A1C4485-6C41-494F-B594-8E93C91699E1}" presName="sibTrans" presStyleLbl="node1" presStyleIdx="2" presStyleCnt="5"/>
      <dgm:spPr/>
    </dgm:pt>
    <dgm:pt modelId="{13AF7293-7BF4-7741-A077-0457B155D803}" type="pres">
      <dgm:prSet presAssocID="{C8A73CC3-2FED-C74C-867B-13212C75FFD6}" presName="dummy" presStyleCnt="0"/>
      <dgm:spPr/>
    </dgm:pt>
    <dgm:pt modelId="{A4744FB3-9E6A-6D42-BFBF-4EF0FD1CD88B}" type="pres">
      <dgm:prSet presAssocID="{C8A73CC3-2FED-C74C-867B-13212C75FFD6}" presName="node" presStyleLbl="revTx" presStyleIdx="3" presStyleCnt="5">
        <dgm:presLayoutVars>
          <dgm:bulletEnabled val="1"/>
        </dgm:presLayoutVars>
      </dgm:prSet>
      <dgm:spPr/>
    </dgm:pt>
    <dgm:pt modelId="{7D664BAA-8163-ED40-99C0-637AD939452E}" type="pres">
      <dgm:prSet presAssocID="{3DA8EAEC-2F3D-BB42-A3F4-AFF53E3B70F4}" presName="sibTrans" presStyleLbl="node1" presStyleIdx="3" presStyleCnt="5"/>
      <dgm:spPr/>
    </dgm:pt>
    <dgm:pt modelId="{4947D867-9ECA-D741-ABF8-6FCB10BB63B9}" type="pres">
      <dgm:prSet presAssocID="{4B95AA38-E4FF-B74F-88B8-6F97CB112388}" presName="dummy" presStyleCnt="0"/>
      <dgm:spPr/>
    </dgm:pt>
    <dgm:pt modelId="{F874E47C-C3A5-1241-A2BE-224FCAAEDA81}" type="pres">
      <dgm:prSet presAssocID="{4B95AA38-E4FF-B74F-88B8-6F97CB112388}" presName="node" presStyleLbl="revTx" presStyleIdx="4" presStyleCnt="5">
        <dgm:presLayoutVars>
          <dgm:bulletEnabled val="1"/>
        </dgm:presLayoutVars>
      </dgm:prSet>
      <dgm:spPr/>
    </dgm:pt>
    <dgm:pt modelId="{995401EE-0032-4344-BC07-EF1AC4EF47AA}" type="pres">
      <dgm:prSet presAssocID="{8F9BD228-D4CD-364F-B3AD-924D8904A737}" presName="sibTrans" presStyleLbl="node1" presStyleIdx="4" presStyleCnt="5"/>
      <dgm:spPr/>
    </dgm:pt>
  </dgm:ptLst>
  <dgm:cxnLst>
    <dgm:cxn modelId="{A3762C05-13E1-A74B-BE9F-43FC3938102B}" type="presOf" srcId="{5D8B2E71-E625-9840-9D01-8F62A741BFCF}" destId="{260BB470-71D2-B14F-B224-096070036DE7}" srcOrd="0" destOrd="0" presId="urn:microsoft.com/office/officeart/2005/8/layout/cycle1"/>
    <dgm:cxn modelId="{785C6A10-BCE9-3C49-AF8D-D24AE0CFB8F6}" type="presOf" srcId="{4B95AA38-E4FF-B74F-88B8-6F97CB112388}" destId="{F874E47C-C3A5-1241-A2BE-224FCAAEDA81}" srcOrd="0" destOrd="0" presId="urn:microsoft.com/office/officeart/2005/8/layout/cycle1"/>
    <dgm:cxn modelId="{72DA8025-8BF7-D44E-90F3-E6ACC3C3B39C}" type="presOf" srcId="{C8A73CC3-2FED-C74C-867B-13212C75FFD6}" destId="{A4744FB3-9E6A-6D42-BFBF-4EF0FD1CD88B}" srcOrd="0" destOrd="0" presId="urn:microsoft.com/office/officeart/2005/8/layout/cycle1"/>
    <dgm:cxn modelId="{1D856D3D-9FB7-4A42-BFD6-14FCE0E8A510}" type="presOf" srcId="{3DA8EAEC-2F3D-BB42-A3F4-AFF53E3B70F4}" destId="{7D664BAA-8163-ED40-99C0-637AD939452E}" srcOrd="0" destOrd="0" presId="urn:microsoft.com/office/officeart/2005/8/layout/cycle1"/>
    <dgm:cxn modelId="{579A1D3F-FB33-EC42-AC8F-CC93B13042A0}" srcId="{44664D4E-E219-D740-A2E6-ED039762A8E0}" destId="{4B95AA38-E4FF-B74F-88B8-6F97CB112388}" srcOrd="4" destOrd="0" parTransId="{AC232376-2775-F44F-AB8A-2CD2CA5FC68F}" sibTransId="{8F9BD228-D4CD-364F-B3AD-924D8904A737}"/>
    <dgm:cxn modelId="{526CA958-C11F-794E-981D-42CFA29CF1F5}" type="presOf" srcId="{C37EC24D-AB77-164D-821C-3C4E3B5A3F34}" destId="{D0549E38-3615-2D48-9233-EA3707BD936B}" srcOrd="0" destOrd="0" presId="urn:microsoft.com/office/officeart/2005/8/layout/cycle1"/>
    <dgm:cxn modelId="{31FAFB7B-BBD2-154A-9927-B8E0E000EE6C}" srcId="{44664D4E-E219-D740-A2E6-ED039762A8E0}" destId="{C8A73CC3-2FED-C74C-867B-13212C75FFD6}" srcOrd="3" destOrd="0" parTransId="{DDA54356-34D9-054C-AC98-A75553F7C9CD}" sibTransId="{3DA8EAEC-2F3D-BB42-A3F4-AFF53E3B70F4}"/>
    <dgm:cxn modelId="{30B5EA94-945A-574F-A7A7-859FEAB052BF}" srcId="{44664D4E-E219-D740-A2E6-ED039762A8E0}" destId="{FD857844-BDB8-4F4C-8124-00614843398E}" srcOrd="1" destOrd="0" parTransId="{F4C7F738-3578-284F-BE77-DC0AD749F70D}" sibTransId="{F2549B5F-2C2D-2B47-820C-263F2C3B5E58}"/>
    <dgm:cxn modelId="{36465F99-C4AE-5344-AC42-866369692293}" type="presOf" srcId="{BFD1B186-D1E9-9849-8206-B9BA24F116ED}" destId="{A4CE1ADA-50E1-AE4A-AB62-3738B204632A}" srcOrd="0" destOrd="0" presId="urn:microsoft.com/office/officeart/2005/8/layout/cycle1"/>
    <dgm:cxn modelId="{56F45BC4-64E2-C446-B179-C46231178052}" type="presOf" srcId="{F2549B5F-2C2D-2B47-820C-263F2C3B5E58}" destId="{CBD7FEC7-D0A1-DF4E-A28F-D3C5AAAAF222}" srcOrd="0" destOrd="0" presId="urn:microsoft.com/office/officeart/2005/8/layout/cycle1"/>
    <dgm:cxn modelId="{9C161CCB-781F-9849-8E76-2FF3EB749597}" type="presOf" srcId="{8F9BD228-D4CD-364F-B3AD-924D8904A737}" destId="{995401EE-0032-4344-BC07-EF1AC4EF47AA}" srcOrd="0" destOrd="0" presId="urn:microsoft.com/office/officeart/2005/8/layout/cycle1"/>
    <dgm:cxn modelId="{B85F52DD-AEDA-F048-975A-AC0F02BC54D7}" srcId="{44664D4E-E219-D740-A2E6-ED039762A8E0}" destId="{C37EC24D-AB77-164D-821C-3C4E3B5A3F34}" srcOrd="2" destOrd="0" parTransId="{C9AB25BC-97D5-ED49-AE8D-0B4281AD1459}" sibTransId="{8A1C4485-6C41-494F-B594-8E93C91699E1}"/>
    <dgm:cxn modelId="{47E623E1-36FD-714D-B646-97F7CFB46835}" type="presOf" srcId="{FD857844-BDB8-4F4C-8124-00614843398E}" destId="{DE7E1698-162E-A642-B8E7-48821E640C16}" srcOrd="0" destOrd="0" presId="urn:microsoft.com/office/officeart/2005/8/layout/cycle1"/>
    <dgm:cxn modelId="{36B131EB-027E-F749-BE87-E37B20FACAD1}" type="presOf" srcId="{44664D4E-E219-D740-A2E6-ED039762A8E0}" destId="{D865FE29-A4C5-3140-93EE-707F7629C2DB}" srcOrd="0" destOrd="0" presId="urn:microsoft.com/office/officeart/2005/8/layout/cycle1"/>
    <dgm:cxn modelId="{C67904EC-0884-E84D-8A8B-890351741558}" srcId="{44664D4E-E219-D740-A2E6-ED039762A8E0}" destId="{5D8B2E71-E625-9840-9D01-8F62A741BFCF}" srcOrd="0" destOrd="0" parTransId="{2356B93C-F6E4-0048-A8B0-68F6567784E5}" sibTransId="{BFD1B186-D1E9-9849-8206-B9BA24F116ED}"/>
    <dgm:cxn modelId="{42AFA0FE-522F-5641-8288-7D93CFA2E3D9}" type="presOf" srcId="{8A1C4485-6C41-494F-B594-8E93C91699E1}" destId="{779B923B-0436-4C49-BA72-A2739F050C15}" srcOrd="0" destOrd="0" presId="urn:microsoft.com/office/officeart/2005/8/layout/cycle1"/>
    <dgm:cxn modelId="{A56867C4-4FDC-C24D-B19C-7C7E3195042C}" type="presParOf" srcId="{D865FE29-A4C5-3140-93EE-707F7629C2DB}" destId="{F41B919D-867F-634B-932F-135C0AF61977}" srcOrd="0" destOrd="0" presId="urn:microsoft.com/office/officeart/2005/8/layout/cycle1"/>
    <dgm:cxn modelId="{FB7EC0C5-E15C-4248-90DE-AA5D8CD5B97F}" type="presParOf" srcId="{D865FE29-A4C5-3140-93EE-707F7629C2DB}" destId="{260BB470-71D2-B14F-B224-096070036DE7}" srcOrd="1" destOrd="0" presId="urn:microsoft.com/office/officeart/2005/8/layout/cycle1"/>
    <dgm:cxn modelId="{D67A8BCB-28C5-C343-B657-594D0748C0E2}" type="presParOf" srcId="{D865FE29-A4C5-3140-93EE-707F7629C2DB}" destId="{A4CE1ADA-50E1-AE4A-AB62-3738B204632A}" srcOrd="2" destOrd="0" presId="urn:microsoft.com/office/officeart/2005/8/layout/cycle1"/>
    <dgm:cxn modelId="{CF208B7D-5832-CB4C-A302-4D2C47B6BFDC}" type="presParOf" srcId="{D865FE29-A4C5-3140-93EE-707F7629C2DB}" destId="{B34B8A5F-9AED-7347-804C-BA49DEA62315}" srcOrd="3" destOrd="0" presId="urn:microsoft.com/office/officeart/2005/8/layout/cycle1"/>
    <dgm:cxn modelId="{E38FEE9D-682D-024A-AFBA-CC317E62E809}" type="presParOf" srcId="{D865FE29-A4C5-3140-93EE-707F7629C2DB}" destId="{DE7E1698-162E-A642-B8E7-48821E640C16}" srcOrd="4" destOrd="0" presId="urn:microsoft.com/office/officeart/2005/8/layout/cycle1"/>
    <dgm:cxn modelId="{B9239A4C-4227-674F-89A8-39B4FD19CA4E}" type="presParOf" srcId="{D865FE29-A4C5-3140-93EE-707F7629C2DB}" destId="{CBD7FEC7-D0A1-DF4E-A28F-D3C5AAAAF222}" srcOrd="5" destOrd="0" presId="urn:microsoft.com/office/officeart/2005/8/layout/cycle1"/>
    <dgm:cxn modelId="{5169B12E-0439-3043-9A79-FAC45664C694}" type="presParOf" srcId="{D865FE29-A4C5-3140-93EE-707F7629C2DB}" destId="{3040CE9E-606C-154B-AEB3-F7C4C4E47164}" srcOrd="6" destOrd="0" presId="urn:microsoft.com/office/officeart/2005/8/layout/cycle1"/>
    <dgm:cxn modelId="{4AE82F10-7EF6-5240-8453-128149DC246C}" type="presParOf" srcId="{D865FE29-A4C5-3140-93EE-707F7629C2DB}" destId="{D0549E38-3615-2D48-9233-EA3707BD936B}" srcOrd="7" destOrd="0" presId="urn:microsoft.com/office/officeart/2005/8/layout/cycle1"/>
    <dgm:cxn modelId="{26E0308B-B97B-9E44-8A07-BA6C6ED78C19}" type="presParOf" srcId="{D865FE29-A4C5-3140-93EE-707F7629C2DB}" destId="{779B923B-0436-4C49-BA72-A2739F050C15}" srcOrd="8" destOrd="0" presId="urn:microsoft.com/office/officeart/2005/8/layout/cycle1"/>
    <dgm:cxn modelId="{E7806259-D94B-4F41-B62B-993551FA3B87}" type="presParOf" srcId="{D865FE29-A4C5-3140-93EE-707F7629C2DB}" destId="{13AF7293-7BF4-7741-A077-0457B155D803}" srcOrd="9" destOrd="0" presId="urn:microsoft.com/office/officeart/2005/8/layout/cycle1"/>
    <dgm:cxn modelId="{F77B6D4D-F27E-B145-830F-43796FF5EF8D}" type="presParOf" srcId="{D865FE29-A4C5-3140-93EE-707F7629C2DB}" destId="{A4744FB3-9E6A-6D42-BFBF-4EF0FD1CD88B}" srcOrd="10" destOrd="0" presId="urn:microsoft.com/office/officeart/2005/8/layout/cycle1"/>
    <dgm:cxn modelId="{F08D79D1-782E-CE42-870F-F4D26F5621FA}" type="presParOf" srcId="{D865FE29-A4C5-3140-93EE-707F7629C2DB}" destId="{7D664BAA-8163-ED40-99C0-637AD939452E}" srcOrd="11" destOrd="0" presId="urn:microsoft.com/office/officeart/2005/8/layout/cycle1"/>
    <dgm:cxn modelId="{10868A31-2270-A54B-9625-E20D47C6FE06}" type="presParOf" srcId="{D865FE29-A4C5-3140-93EE-707F7629C2DB}" destId="{4947D867-9ECA-D741-ABF8-6FCB10BB63B9}" srcOrd="12" destOrd="0" presId="urn:microsoft.com/office/officeart/2005/8/layout/cycle1"/>
    <dgm:cxn modelId="{4872B4CF-7880-AB43-A4C7-5C1385F5ACA3}" type="presParOf" srcId="{D865FE29-A4C5-3140-93EE-707F7629C2DB}" destId="{F874E47C-C3A5-1241-A2BE-224FCAAEDA81}" srcOrd="13" destOrd="0" presId="urn:microsoft.com/office/officeart/2005/8/layout/cycle1"/>
    <dgm:cxn modelId="{AF14AE07-D42F-A746-88E9-71328867F18C}" type="presParOf" srcId="{D865FE29-A4C5-3140-93EE-707F7629C2DB}" destId="{995401EE-0032-4344-BC07-EF1AC4EF47AA}" srcOrd="14" destOrd="0" presId="urn:microsoft.com/office/officeart/2005/8/layout/cycl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0BB470-71D2-B14F-B224-096070036DE7}">
      <dsp:nvSpPr>
        <dsp:cNvPr id="0" name=""/>
        <dsp:cNvSpPr/>
      </dsp:nvSpPr>
      <dsp:spPr>
        <a:xfrm>
          <a:off x="4704665" y="39140"/>
          <a:ext cx="1341437" cy="1341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Python </a:t>
          </a:r>
          <a:r>
            <a:rPr lang="mk-MK" sz="1500" kern="1200" dirty="0"/>
            <a:t>процеси</a:t>
          </a:r>
          <a:endParaRPr lang="en-US" sz="1500" kern="1200" dirty="0"/>
        </a:p>
      </dsp:txBody>
      <dsp:txXfrm>
        <a:off x="4704665" y="39140"/>
        <a:ext cx="1341437" cy="1341437"/>
      </dsp:txXfrm>
    </dsp:sp>
    <dsp:sp modelId="{A4CE1ADA-50E1-AE4A-AB62-3738B204632A}">
      <dsp:nvSpPr>
        <dsp:cNvPr id="0" name=""/>
        <dsp:cNvSpPr/>
      </dsp:nvSpPr>
      <dsp:spPr>
        <a:xfrm>
          <a:off x="1549560" y="385"/>
          <a:ext cx="5028878" cy="5028878"/>
        </a:xfrm>
        <a:prstGeom prst="circularArrow">
          <a:avLst>
            <a:gd name="adj1" fmla="val 5202"/>
            <a:gd name="adj2" fmla="val 336015"/>
            <a:gd name="adj3" fmla="val 21292825"/>
            <a:gd name="adj4" fmla="val 19766604"/>
            <a:gd name="adj5" fmla="val 6068"/>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E7E1698-162E-A642-B8E7-48821E640C16}">
      <dsp:nvSpPr>
        <dsp:cNvPr id="0" name=""/>
        <dsp:cNvSpPr/>
      </dsp:nvSpPr>
      <dsp:spPr>
        <a:xfrm>
          <a:off x="5515145" y="2533541"/>
          <a:ext cx="1341437" cy="1341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mk-MK" sz="1500" kern="1200" dirty="0">
              <a:latin typeface="Roboto" pitchFamily="2" charset="0"/>
              <a:ea typeface="Roboto" pitchFamily="2" charset="0"/>
            </a:rPr>
            <a:t>Прикажување </a:t>
          </a:r>
          <a:r>
            <a:rPr lang="mk-MK" sz="1500" kern="1200" dirty="0"/>
            <a:t>во </a:t>
          </a:r>
          <a:r>
            <a:rPr lang="en-US" sz="1500" kern="1200" dirty="0"/>
            <a:t>HTML</a:t>
          </a:r>
        </a:p>
      </dsp:txBody>
      <dsp:txXfrm>
        <a:off x="5515145" y="2533541"/>
        <a:ext cx="1341437" cy="1341437"/>
      </dsp:txXfrm>
    </dsp:sp>
    <dsp:sp modelId="{CBD7FEC7-D0A1-DF4E-A28F-D3C5AAAAF222}">
      <dsp:nvSpPr>
        <dsp:cNvPr id="0" name=""/>
        <dsp:cNvSpPr/>
      </dsp:nvSpPr>
      <dsp:spPr>
        <a:xfrm>
          <a:off x="1549560" y="385"/>
          <a:ext cx="5028878" cy="5028878"/>
        </a:xfrm>
        <a:prstGeom prst="circularArrow">
          <a:avLst>
            <a:gd name="adj1" fmla="val 5202"/>
            <a:gd name="adj2" fmla="val 336015"/>
            <a:gd name="adj3" fmla="val 4014266"/>
            <a:gd name="adj4" fmla="val 2253829"/>
            <a:gd name="adj5" fmla="val 6068"/>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0549E38-3615-2D48-9233-EA3707BD936B}">
      <dsp:nvSpPr>
        <dsp:cNvPr id="0" name=""/>
        <dsp:cNvSpPr/>
      </dsp:nvSpPr>
      <dsp:spPr>
        <a:xfrm>
          <a:off x="3393281" y="4075166"/>
          <a:ext cx="1341437" cy="1341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mk-MK" sz="1500" kern="1200" dirty="0"/>
            <a:t>Добивање внес од корисник</a:t>
          </a:r>
          <a:endParaRPr lang="en-US" sz="1500" kern="1200" dirty="0"/>
        </a:p>
      </dsp:txBody>
      <dsp:txXfrm>
        <a:off x="3393281" y="4075166"/>
        <a:ext cx="1341437" cy="1341437"/>
      </dsp:txXfrm>
    </dsp:sp>
    <dsp:sp modelId="{779B923B-0436-4C49-BA72-A2739F050C15}">
      <dsp:nvSpPr>
        <dsp:cNvPr id="0" name=""/>
        <dsp:cNvSpPr/>
      </dsp:nvSpPr>
      <dsp:spPr>
        <a:xfrm>
          <a:off x="1549560" y="385"/>
          <a:ext cx="5028878" cy="5028878"/>
        </a:xfrm>
        <a:prstGeom prst="circularArrow">
          <a:avLst>
            <a:gd name="adj1" fmla="val 5202"/>
            <a:gd name="adj2" fmla="val 336015"/>
            <a:gd name="adj3" fmla="val 8210155"/>
            <a:gd name="adj4" fmla="val 6449719"/>
            <a:gd name="adj5" fmla="val 6068"/>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4744FB3-9E6A-6D42-BFBF-4EF0FD1CD88B}">
      <dsp:nvSpPr>
        <dsp:cNvPr id="0" name=""/>
        <dsp:cNvSpPr/>
      </dsp:nvSpPr>
      <dsp:spPr>
        <a:xfrm>
          <a:off x="1271416" y="2533541"/>
          <a:ext cx="1341437" cy="1341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en-US" sz="1500" kern="1200" dirty="0"/>
            <a:t>Python </a:t>
          </a:r>
          <a:r>
            <a:rPr lang="mk-MK" sz="1500" kern="1200" dirty="0"/>
            <a:t>процеси</a:t>
          </a:r>
          <a:endParaRPr lang="en-US" sz="1500" kern="1200" dirty="0"/>
        </a:p>
      </dsp:txBody>
      <dsp:txXfrm>
        <a:off x="1271416" y="2533541"/>
        <a:ext cx="1341437" cy="1341437"/>
      </dsp:txXfrm>
    </dsp:sp>
    <dsp:sp modelId="{7D664BAA-8163-ED40-99C0-637AD939452E}">
      <dsp:nvSpPr>
        <dsp:cNvPr id="0" name=""/>
        <dsp:cNvSpPr/>
      </dsp:nvSpPr>
      <dsp:spPr>
        <a:xfrm>
          <a:off x="1549560" y="385"/>
          <a:ext cx="5028878" cy="5028878"/>
        </a:xfrm>
        <a:prstGeom prst="circularArrow">
          <a:avLst>
            <a:gd name="adj1" fmla="val 5202"/>
            <a:gd name="adj2" fmla="val 336015"/>
            <a:gd name="adj3" fmla="val 12297380"/>
            <a:gd name="adj4" fmla="val 10771160"/>
            <a:gd name="adj5" fmla="val 6068"/>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874E47C-C3A5-1241-A2BE-224FCAAEDA81}">
      <dsp:nvSpPr>
        <dsp:cNvPr id="0" name=""/>
        <dsp:cNvSpPr/>
      </dsp:nvSpPr>
      <dsp:spPr>
        <a:xfrm>
          <a:off x="2081896" y="39140"/>
          <a:ext cx="1341437" cy="134143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050" tIns="19050" rIns="19050" bIns="19050" numCol="1" spcCol="1270" anchor="ctr" anchorCtr="0">
          <a:noAutofit/>
        </a:bodyPr>
        <a:lstStyle/>
        <a:p>
          <a:pPr marL="0" lvl="0" indent="0" algn="ctr" defTabSz="666750">
            <a:lnSpc>
              <a:spcPct val="90000"/>
            </a:lnSpc>
            <a:spcBef>
              <a:spcPct val="0"/>
            </a:spcBef>
            <a:spcAft>
              <a:spcPct val="35000"/>
            </a:spcAft>
            <a:buNone/>
          </a:pPr>
          <a:r>
            <a:rPr lang="mk-MK" sz="1500" kern="1200" dirty="0"/>
            <a:t>Менување </a:t>
          </a:r>
          <a:r>
            <a:rPr lang="en-US" sz="1500" kern="1200" dirty="0"/>
            <a:t>SQL</a:t>
          </a:r>
          <a:r>
            <a:rPr lang="mk-MK" sz="1500" kern="1200" dirty="0"/>
            <a:t> табели</a:t>
          </a:r>
          <a:endParaRPr lang="en-US" sz="1500" kern="1200" dirty="0"/>
        </a:p>
      </dsp:txBody>
      <dsp:txXfrm>
        <a:off x="2081896" y="39140"/>
        <a:ext cx="1341437" cy="1341437"/>
      </dsp:txXfrm>
    </dsp:sp>
    <dsp:sp modelId="{995401EE-0032-4344-BC07-EF1AC4EF47AA}">
      <dsp:nvSpPr>
        <dsp:cNvPr id="0" name=""/>
        <dsp:cNvSpPr/>
      </dsp:nvSpPr>
      <dsp:spPr>
        <a:xfrm>
          <a:off x="1549560" y="385"/>
          <a:ext cx="5028878" cy="5028878"/>
        </a:xfrm>
        <a:prstGeom prst="circularArrow">
          <a:avLst>
            <a:gd name="adj1" fmla="val 5202"/>
            <a:gd name="adj2" fmla="val 336015"/>
            <a:gd name="adj3" fmla="val 16865256"/>
            <a:gd name="adj4" fmla="val 15198729"/>
            <a:gd name="adj5" fmla="val 6068"/>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cycle1">
  <dgm:title val=""/>
  <dgm:desc val=""/>
  <dgm:catLst>
    <dgm:cat type="cycle" pri="2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alg type="cycle">
          <dgm:param type="stAng" val="0"/>
          <dgm:param type="spanAng" val="360"/>
        </dgm:alg>
      </dgm:if>
      <dgm:else name="Name2">
        <dgm:alg type="cycle">
          <dgm:param type="stAng" val="0"/>
          <dgm:param type="spanAng" val="-360"/>
        </dgm:alg>
      </dgm:else>
    </dgm:choose>
    <dgm:shape xmlns:r="http://schemas.openxmlformats.org/officeDocument/2006/relationships" r:blip="">
      <dgm:adjLst/>
    </dgm:shape>
    <dgm:presOf/>
    <dgm:choose name="Name3">
      <dgm:if name="Name4" func="var" arg="dir" op="equ" val="norm">
        <dgm:constrLst>
          <dgm:constr type="diam" val="1"/>
          <dgm:constr type="w" for="ch" forName="node" refType="w"/>
          <dgm:constr type="w" for="ch" ptType="sibTrans" refType="w" refFor="ch" refForName="node" fact="0.5"/>
          <dgm:constr type="h" for="ch" ptType="sibTrans" op="equ"/>
          <dgm:constr type="diam" for="ch" ptType="sibTrans" refType="diam" op="equ"/>
          <dgm:constr type="sibSp" refType="w" refFor="ch" refForName="node" fact="0.15"/>
          <dgm:constr type="w" for="ch" forName="dummy" refType="sibSp" fact="2.8"/>
          <dgm:constr type="primFontSz" for="ch" forName="node" op="equ" val="65"/>
        </dgm:constrLst>
      </dgm:if>
      <dgm:else name="Name5">
        <dgm:constrLst>
          <dgm:constr type="diam" val="1"/>
          <dgm:constr type="w" for="ch" forName="node" refType="w"/>
          <dgm:constr type="w" for="ch" ptType="sibTrans" refType="w" refFor="ch" refForName="node" fact="0.5"/>
          <dgm:constr type="h" for="ch" ptType="sibTrans" op="equ"/>
          <dgm:constr type="diam" for="ch" ptType="sibTrans" refType="diam" op="equ" fact="-1"/>
          <dgm:constr type="sibSp" refType="w" refFor="ch" refForName="node" fact="0.15"/>
          <dgm:constr type="w" for="ch" forName="dummy" refType="sibSp" fact="2.8"/>
          <dgm:constr type="primFontSz" for="ch" forName="node" op="equ" val="65"/>
        </dgm:constrLst>
      </dgm:else>
    </dgm:choose>
    <dgm:ruleLst>
      <dgm:rule type="diam" val="INF" fact="NaN" max="NaN"/>
    </dgm:ruleLst>
    <dgm:forEach name="nodesForEach" axis="ch" ptType="node">
      <dgm:choose name="Name6">
        <dgm:if name="Name7" axis="par ch" ptType="doc node" func="cnt" op="gt" val="1">
          <dgm:layoutNode name="dummy">
            <dgm:alg type="sp"/>
            <dgm:shape xmlns:r="http://schemas.openxmlformats.org/officeDocument/2006/relationships" r:blip="">
              <dgm:adjLst/>
            </dgm:shape>
            <dgm:presOf/>
            <dgm:constrLst>
              <dgm:constr type="h" refType="w"/>
            </dgm:constrLst>
            <dgm:ruleLst/>
          </dgm:layoutNode>
        </dgm:if>
        <dgm:else name="Name8"/>
      </dgm:choose>
      <dgm:layoutNode name="node" styleLbl="revTx">
        <dgm:varLst>
          <dgm:bulletEnabled val="1"/>
        </dgm:varLst>
        <dgm:alg type="tx">
          <dgm:param type="txAnchorVertCh" val="mid"/>
        </dgm:alg>
        <dgm:shape xmlns:r="http://schemas.openxmlformats.org/officeDocument/2006/relationships" type="rect"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Name11" axis="followSib" ptType="sibTrans" hideLastTrans="0" cnt="1">
            <dgm:layoutNode name="sibTrans" styleLbl="node1">
              <dgm:alg type="conn">
                <dgm:param type="connRout" val="curve"/>
                <dgm:param type="begPts" val="radial"/>
                <dgm:param type="endPts" val="radial"/>
              </dgm:alg>
              <dgm:shape xmlns:r="http://schemas.openxmlformats.org/officeDocument/2006/relationships" type="conn" r:blip="">
                <dgm:adjLst/>
              </dgm:shape>
              <dgm:presOf axis="self"/>
              <dgm:constrLst>
                <dgm:constr type="h" refType="w" fact="0.65"/>
                <dgm:constr type="begPad"/>
                <dgm:constr type="endPad"/>
              </dgm:constrLst>
              <dgm:ruleLst/>
            </dgm:layoutNode>
          </dgm:forEach>
        </dgm:if>
        <dgm:else name="Name12"/>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2DDCF35-D986-F641-8505-CBF1E7F26D8D}" type="datetimeFigureOut">
              <a:rPr lang="en-US" smtClean="0"/>
              <a:t>5/8/26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16675353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2DDCF35-D986-F641-8505-CBF1E7F26D8D}" type="datetimeFigureOut">
              <a:rPr lang="en-US" smtClean="0"/>
              <a:t>5/8/26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41268808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2DDCF35-D986-F641-8505-CBF1E7F26D8D}" type="datetimeFigureOut">
              <a:rPr lang="en-US" smtClean="0"/>
              <a:t>5/8/26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26139716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2DDCF35-D986-F641-8505-CBF1E7F26D8D}" type="datetimeFigureOut">
              <a:rPr lang="en-US" smtClean="0"/>
              <a:t>5/8/26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19861825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2DDCF35-D986-F641-8505-CBF1E7F26D8D}" type="datetimeFigureOut">
              <a:rPr lang="en-US" smtClean="0"/>
              <a:t>5/8/26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338961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2DDCF35-D986-F641-8505-CBF1E7F26D8D}" type="datetimeFigureOut">
              <a:rPr lang="en-US" smtClean="0"/>
              <a:t>5/8/26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7639148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2DDCF35-D986-F641-8505-CBF1E7F26D8D}" type="datetimeFigureOut">
              <a:rPr lang="en-US" smtClean="0"/>
              <a:t>5/8/26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13296654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2DDCF35-D986-F641-8505-CBF1E7F26D8D}" type="datetimeFigureOut">
              <a:rPr lang="en-US" smtClean="0"/>
              <a:t>5/8/26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4080327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2DDCF35-D986-F641-8505-CBF1E7F26D8D}" type="datetimeFigureOut">
              <a:rPr lang="en-US" smtClean="0"/>
              <a:t>5/8/26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30346338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2DDCF35-D986-F641-8505-CBF1E7F26D8D}" type="datetimeFigureOut">
              <a:rPr lang="en-US" smtClean="0"/>
              <a:t>5/8/26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24539351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2DDCF35-D986-F641-8505-CBF1E7F26D8D}" type="datetimeFigureOut">
              <a:rPr lang="en-US" smtClean="0"/>
              <a:t>5/8/26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AC3266-BE9A-A642-8466-34E563A449D9}" type="slidenum">
              <a:rPr lang="en-US" smtClean="0"/>
              <a:t>‹#›</a:t>
            </a:fld>
            <a:endParaRPr lang="en-US"/>
          </a:p>
        </p:txBody>
      </p:sp>
    </p:spTree>
    <p:extLst>
      <p:ext uri="{BB962C8B-B14F-4D97-AF65-F5344CB8AC3E}">
        <p14:creationId xmlns:p14="http://schemas.microsoft.com/office/powerpoint/2010/main" val="27087044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62DDCF35-D986-F641-8505-CBF1E7F26D8D}" type="datetimeFigureOut">
              <a:rPr lang="en-US" smtClean="0"/>
              <a:t>5/8/26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B2AC3266-BE9A-A642-8466-34E563A449D9}" type="slidenum">
              <a:rPr lang="en-US" smtClean="0"/>
              <a:t>‹#›</a:t>
            </a:fld>
            <a:endParaRPr lang="en-US"/>
          </a:p>
        </p:txBody>
      </p:sp>
    </p:spTree>
    <p:extLst>
      <p:ext uri="{BB962C8B-B14F-4D97-AF65-F5344CB8AC3E}">
        <p14:creationId xmlns:p14="http://schemas.microsoft.com/office/powerpoint/2010/main" val="42947379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microsoft.com/office/2007/relationships/hdphoto" Target="../media/hdphoto3.wdp"/><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3304A"/>
        </a:solidFill>
        <a:effectLst/>
      </p:bgPr>
    </p:bg>
    <p:spTree>
      <p:nvGrpSpPr>
        <p:cNvPr id="1" name="">
          <a:extLst>
            <a:ext uri="{FF2B5EF4-FFF2-40B4-BE49-F238E27FC236}">
              <a16:creationId xmlns:a16="http://schemas.microsoft.com/office/drawing/2014/main" id="{CFB3B192-7EAF-B30A-D233-DB7860AD2FF7}"/>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507E114E-9FE4-C791-9B97-2A6D3480EF44}"/>
              </a:ext>
            </a:extLst>
          </p:cNvPr>
          <p:cNvSpPr/>
          <p:nvPr/>
        </p:nvSpPr>
        <p:spPr>
          <a:xfrm>
            <a:off x="1362594" y="172826"/>
            <a:ext cx="1518021" cy="851649"/>
          </a:xfrm>
          <a:prstGeom prst="roundRect">
            <a:avLst/>
          </a:prstGeom>
          <a:solidFill>
            <a:srgbClr val="FFFFA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accent2"/>
                </a:solidFill>
                <a:latin typeface="Roboto" pitchFamily="2" charset="0"/>
                <a:ea typeface="Roboto" pitchFamily="2" charset="0"/>
              </a:rPr>
              <a:t>Почеток</a:t>
            </a:r>
            <a:endParaRPr lang="en-US" dirty="0">
              <a:solidFill>
                <a:schemeClr val="accent2"/>
              </a:solidFill>
              <a:latin typeface="Roboto" pitchFamily="2" charset="0"/>
              <a:ea typeface="Roboto" pitchFamily="2" charset="0"/>
            </a:endParaRPr>
          </a:p>
        </p:txBody>
      </p:sp>
      <p:sp>
        <p:nvSpPr>
          <p:cNvPr id="6" name="Rounded Rectangle 5">
            <a:extLst>
              <a:ext uri="{FF2B5EF4-FFF2-40B4-BE49-F238E27FC236}">
                <a16:creationId xmlns:a16="http://schemas.microsoft.com/office/drawing/2014/main" id="{069310D2-0006-7A3C-C646-94946367FA86}"/>
              </a:ext>
            </a:extLst>
          </p:cNvPr>
          <p:cNvSpPr/>
          <p:nvPr/>
        </p:nvSpPr>
        <p:spPr>
          <a:xfrm>
            <a:off x="9311383"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Заклучок и порака</a:t>
            </a:r>
            <a:endParaRPr lang="en-US" dirty="0">
              <a:latin typeface="Roboto" pitchFamily="2" charset="0"/>
              <a:ea typeface="Roboto" pitchFamily="2" charset="0"/>
            </a:endParaRPr>
          </a:p>
        </p:txBody>
      </p:sp>
      <p:sp>
        <p:nvSpPr>
          <p:cNvPr id="7" name="Rounded Rectangle 6">
            <a:extLst>
              <a:ext uri="{FF2B5EF4-FFF2-40B4-BE49-F238E27FC236}">
                <a16:creationId xmlns:a16="http://schemas.microsoft.com/office/drawing/2014/main" id="{9717D123-685C-3C89-046F-18FF4A11D139}"/>
              </a:ext>
            </a:extLst>
          </p:cNvPr>
          <p:cNvSpPr/>
          <p:nvPr/>
        </p:nvSpPr>
        <p:spPr>
          <a:xfrm>
            <a:off x="7754511"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Демонстрација</a:t>
            </a:r>
            <a:endParaRPr lang="en-US" dirty="0">
              <a:latin typeface="Roboto" pitchFamily="2" charset="0"/>
              <a:ea typeface="Roboto" pitchFamily="2" charset="0"/>
            </a:endParaRPr>
          </a:p>
        </p:txBody>
      </p:sp>
      <p:sp>
        <p:nvSpPr>
          <p:cNvPr id="9" name="Rounded Rectangle 8">
            <a:extLst>
              <a:ext uri="{FF2B5EF4-FFF2-40B4-BE49-F238E27FC236}">
                <a16:creationId xmlns:a16="http://schemas.microsoft.com/office/drawing/2014/main" id="{626B778F-11AB-AAE2-B42A-A169FC3DC488}"/>
              </a:ext>
            </a:extLst>
          </p:cNvPr>
          <p:cNvSpPr/>
          <p:nvPr/>
        </p:nvSpPr>
        <p:spPr>
          <a:xfrm>
            <a:off x="4640769"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Наставни единици</a:t>
            </a:r>
            <a:endParaRPr lang="en-US" dirty="0">
              <a:latin typeface="Roboto" pitchFamily="2" charset="0"/>
              <a:ea typeface="Roboto" pitchFamily="2" charset="0"/>
            </a:endParaRPr>
          </a:p>
        </p:txBody>
      </p:sp>
      <p:sp>
        <p:nvSpPr>
          <p:cNvPr id="11" name="Rounded Rectangle 10">
            <a:extLst>
              <a:ext uri="{FF2B5EF4-FFF2-40B4-BE49-F238E27FC236}">
                <a16:creationId xmlns:a16="http://schemas.microsoft.com/office/drawing/2014/main" id="{C8B02EFD-D562-F6AE-41BB-93434DC1C354}"/>
              </a:ext>
            </a:extLst>
          </p:cNvPr>
          <p:cNvSpPr/>
          <p:nvPr/>
        </p:nvSpPr>
        <p:spPr>
          <a:xfrm>
            <a:off x="6197640"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Правење на проект</a:t>
            </a:r>
            <a:endParaRPr lang="en-US" dirty="0">
              <a:latin typeface="Roboto" pitchFamily="2" charset="0"/>
              <a:ea typeface="Roboto" pitchFamily="2" charset="0"/>
            </a:endParaRPr>
          </a:p>
        </p:txBody>
      </p:sp>
      <p:sp>
        <p:nvSpPr>
          <p:cNvPr id="12" name="Rounded Rectangle 11">
            <a:extLst>
              <a:ext uri="{FF2B5EF4-FFF2-40B4-BE49-F238E27FC236}">
                <a16:creationId xmlns:a16="http://schemas.microsoft.com/office/drawing/2014/main" id="{F7FE1E2B-8D1C-331E-EE9A-A152E9873A2B}"/>
              </a:ext>
            </a:extLst>
          </p:cNvPr>
          <p:cNvSpPr/>
          <p:nvPr/>
        </p:nvSpPr>
        <p:spPr>
          <a:xfrm>
            <a:off x="3083898"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Основна идеа</a:t>
            </a:r>
            <a:endParaRPr lang="en-US" dirty="0">
              <a:latin typeface="Roboto" pitchFamily="2" charset="0"/>
              <a:ea typeface="Roboto" pitchFamily="2" charset="0"/>
            </a:endParaRPr>
          </a:p>
        </p:txBody>
      </p:sp>
      <p:sp>
        <p:nvSpPr>
          <p:cNvPr id="2" name="TextBox 1">
            <a:extLst>
              <a:ext uri="{FF2B5EF4-FFF2-40B4-BE49-F238E27FC236}">
                <a16:creationId xmlns:a16="http://schemas.microsoft.com/office/drawing/2014/main" id="{FBF36B22-C211-B5D5-A6AB-0110EFA38B1B}"/>
              </a:ext>
            </a:extLst>
          </p:cNvPr>
          <p:cNvSpPr txBox="1"/>
          <p:nvPr/>
        </p:nvSpPr>
        <p:spPr>
          <a:xfrm>
            <a:off x="185331" y="1238231"/>
            <a:ext cx="10264463" cy="646331"/>
          </a:xfrm>
          <a:prstGeom prst="rect">
            <a:avLst/>
          </a:prstGeom>
          <a:noFill/>
        </p:spPr>
        <p:txBody>
          <a:bodyPr wrap="square" rtlCol="0">
            <a:spAutoFit/>
          </a:bodyPr>
          <a:lstStyle/>
          <a:p>
            <a:r>
              <a:rPr lang="en-US" sz="3600" b="1" dirty="0">
                <a:latin typeface="Roboto" pitchFamily="2" charset="0"/>
                <a:ea typeface="Roboto" pitchFamily="2" charset="0"/>
              </a:rPr>
              <a:t>Crowd Opinion Snapshot</a:t>
            </a:r>
            <a:r>
              <a:rPr lang="mk-MK" sz="3600" b="1" dirty="0">
                <a:latin typeface="Roboto" pitchFamily="2" charset="0"/>
                <a:ea typeface="Roboto" pitchFamily="2" charset="0"/>
              </a:rPr>
              <a:t> проект</a:t>
            </a:r>
            <a:endParaRPr lang="en-US" sz="3600" b="1" dirty="0">
              <a:latin typeface="Roboto" pitchFamily="2" charset="0"/>
              <a:ea typeface="Roboto" pitchFamily="2" charset="0"/>
            </a:endParaRPr>
          </a:p>
        </p:txBody>
      </p:sp>
      <p:sp>
        <p:nvSpPr>
          <p:cNvPr id="3" name="TextBox 2">
            <a:extLst>
              <a:ext uri="{FF2B5EF4-FFF2-40B4-BE49-F238E27FC236}">
                <a16:creationId xmlns:a16="http://schemas.microsoft.com/office/drawing/2014/main" id="{7E4F8D9C-72EC-6161-17E3-72D6CA2C073B}"/>
              </a:ext>
            </a:extLst>
          </p:cNvPr>
          <p:cNvSpPr txBox="1"/>
          <p:nvPr/>
        </p:nvSpPr>
        <p:spPr>
          <a:xfrm flipH="1">
            <a:off x="281048" y="1913652"/>
            <a:ext cx="5713310" cy="523220"/>
          </a:xfrm>
          <a:prstGeom prst="rect">
            <a:avLst/>
          </a:prstGeom>
          <a:noFill/>
        </p:spPr>
        <p:txBody>
          <a:bodyPr wrap="square" rtlCol="0">
            <a:spAutoFit/>
          </a:bodyPr>
          <a:lstStyle/>
          <a:p>
            <a:r>
              <a:rPr lang="mk-MK" sz="2800" dirty="0">
                <a:latin typeface="Roboto" pitchFamily="2" charset="0"/>
                <a:ea typeface="Roboto" pitchFamily="2" charset="0"/>
              </a:rPr>
              <a:t>Јаков Т. Несторовски – 9.5.2026</a:t>
            </a:r>
            <a:endParaRPr lang="en-US" sz="2800" dirty="0">
              <a:latin typeface="Roboto" pitchFamily="2" charset="0"/>
              <a:ea typeface="Roboto" pitchFamily="2" charset="0"/>
            </a:endParaRPr>
          </a:p>
        </p:txBody>
      </p:sp>
      <p:pic>
        <p:nvPicPr>
          <p:cNvPr id="39" name="Picture 38">
            <a:extLst>
              <a:ext uri="{FF2B5EF4-FFF2-40B4-BE49-F238E27FC236}">
                <a16:creationId xmlns:a16="http://schemas.microsoft.com/office/drawing/2014/main" id="{FDD30630-18C1-87FF-1CDE-D326556AEA39}"/>
              </a:ext>
            </a:extLst>
          </p:cNvPr>
          <p:cNvPicPr>
            <a:picLocks noChangeAspect="1"/>
          </p:cNvPicPr>
          <p:nvPr/>
        </p:nvPicPr>
        <p:blipFill>
          <a:blip r:embed="rId2">
            <a:extLst>
              <a:ext uri="{BEBA8EAE-BF5A-486C-A8C5-ECC9F3942E4B}">
                <a14:imgProps xmlns:a14="http://schemas.microsoft.com/office/drawing/2010/main">
                  <a14:imgLayer r:embed="rId3">
                    <a14:imgEffect>
                      <a14:artisticBlur/>
                    </a14:imgEffect>
                  </a14:imgLayer>
                </a14:imgProps>
              </a:ext>
            </a:extLst>
          </a:blip>
          <a:stretch>
            <a:fillRect/>
          </a:stretch>
        </p:blipFill>
        <p:spPr>
          <a:xfrm>
            <a:off x="281048" y="2465962"/>
            <a:ext cx="11129594" cy="4077820"/>
          </a:xfrm>
          <a:prstGeom prst="rect">
            <a:avLst/>
          </a:prstGeom>
        </p:spPr>
      </p:pic>
    </p:spTree>
    <p:extLst>
      <p:ext uri="{BB962C8B-B14F-4D97-AF65-F5344CB8AC3E}">
        <p14:creationId xmlns:p14="http://schemas.microsoft.com/office/powerpoint/2010/main" val="355790531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3304A"/>
        </a:solidFill>
        <a:effectLst/>
      </p:bgPr>
    </p:bg>
    <p:spTree>
      <p:nvGrpSpPr>
        <p:cNvPr id="1" name="">
          <a:extLst>
            <a:ext uri="{FF2B5EF4-FFF2-40B4-BE49-F238E27FC236}">
              <a16:creationId xmlns:a16="http://schemas.microsoft.com/office/drawing/2014/main" id="{DF04B043-EFA4-D789-7715-BCA9B6F70332}"/>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37DF849E-10E8-F3E8-4DE3-B025E483DB69}"/>
              </a:ext>
            </a:extLst>
          </p:cNvPr>
          <p:cNvSpPr/>
          <p:nvPr/>
        </p:nvSpPr>
        <p:spPr>
          <a:xfrm>
            <a:off x="3001682" y="172826"/>
            <a:ext cx="1518021" cy="851649"/>
          </a:xfrm>
          <a:prstGeom prst="roundRect">
            <a:avLst/>
          </a:prstGeom>
          <a:solidFill>
            <a:srgbClr val="FFFFA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accent2"/>
                </a:solidFill>
                <a:latin typeface="Roboto" pitchFamily="2" charset="0"/>
                <a:ea typeface="Roboto" pitchFamily="2" charset="0"/>
              </a:rPr>
              <a:t>Основна идеа</a:t>
            </a:r>
            <a:endParaRPr lang="en-US" dirty="0">
              <a:solidFill>
                <a:schemeClr val="accent2"/>
              </a:solidFill>
              <a:latin typeface="Roboto" pitchFamily="2" charset="0"/>
              <a:ea typeface="Roboto" pitchFamily="2" charset="0"/>
            </a:endParaRPr>
          </a:p>
        </p:txBody>
      </p:sp>
      <p:sp>
        <p:nvSpPr>
          <p:cNvPr id="6" name="Rounded Rectangle 5">
            <a:extLst>
              <a:ext uri="{FF2B5EF4-FFF2-40B4-BE49-F238E27FC236}">
                <a16:creationId xmlns:a16="http://schemas.microsoft.com/office/drawing/2014/main" id="{7EF340ED-355C-C281-7CD7-A7C2591684C0}"/>
              </a:ext>
            </a:extLst>
          </p:cNvPr>
          <p:cNvSpPr/>
          <p:nvPr/>
        </p:nvSpPr>
        <p:spPr>
          <a:xfrm>
            <a:off x="9311383"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Заклучок и порака</a:t>
            </a:r>
            <a:endParaRPr lang="en-US" dirty="0">
              <a:latin typeface="Roboto" pitchFamily="2" charset="0"/>
              <a:ea typeface="Roboto" pitchFamily="2" charset="0"/>
            </a:endParaRPr>
          </a:p>
        </p:txBody>
      </p:sp>
      <p:sp>
        <p:nvSpPr>
          <p:cNvPr id="7" name="Rounded Rectangle 6">
            <a:extLst>
              <a:ext uri="{FF2B5EF4-FFF2-40B4-BE49-F238E27FC236}">
                <a16:creationId xmlns:a16="http://schemas.microsoft.com/office/drawing/2014/main" id="{EC241D2E-C09F-4EBC-9767-6DAEB16AC906}"/>
              </a:ext>
            </a:extLst>
          </p:cNvPr>
          <p:cNvSpPr/>
          <p:nvPr/>
        </p:nvSpPr>
        <p:spPr>
          <a:xfrm>
            <a:off x="7754511"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Демонстрација</a:t>
            </a:r>
            <a:endParaRPr lang="en-US" dirty="0">
              <a:latin typeface="Roboto" pitchFamily="2" charset="0"/>
              <a:ea typeface="Roboto" pitchFamily="2" charset="0"/>
            </a:endParaRPr>
          </a:p>
        </p:txBody>
      </p:sp>
      <p:sp>
        <p:nvSpPr>
          <p:cNvPr id="9" name="Rounded Rectangle 8">
            <a:extLst>
              <a:ext uri="{FF2B5EF4-FFF2-40B4-BE49-F238E27FC236}">
                <a16:creationId xmlns:a16="http://schemas.microsoft.com/office/drawing/2014/main" id="{BC420473-CFEE-3A6A-7DD2-B11C37BD972F}"/>
              </a:ext>
            </a:extLst>
          </p:cNvPr>
          <p:cNvSpPr/>
          <p:nvPr/>
        </p:nvSpPr>
        <p:spPr>
          <a:xfrm>
            <a:off x="4640769"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Наставни единици</a:t>
            </a:r>
            <a:endParaRPr lang="en-US" dirty="0">
              <a:latin typeface="Roboto" pitchFamily="2" charset="0"/>
              <a:ea typeface="Roboto" pitchFamily="2" charset="0"/>
            </a:endParaRPr>
          </a:p>
        </p:txBody>
      </p:sp>
      <p:sp>
        <p:nvSpPr>
          <p:cNvPr id="11" name="Rounded Rectangle 10">
            <a:extLst>
              <a:ext uri="{FF2B5EF4-FFF2-40B4-BE49-F238E27FC236}">
                <a16:creationId xmlns:a16="http://schemas.microsoft.com/office/drawing/2014/main" id="{C83522AB-B115-C533-0E2D-AC5B068987D9}"/>
              </a:ext>
            </a:extLst>
          </p:cNvPr>
          <p:cNvSpPr/>
          <p:nvPr/>
        </p:nvSpPr>
        <p:spPr>
          <a:xfrm>
            <a:off x="6197640"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Правење на проект</a:t>
            </a:r>
            <a:endParaRPr lang="en-US" dirty="0">
              <a:latin typeface="Roboto" pitchFamily="2" charset="0"/>
              <a:ea typeface="Roboto" pitchFamily="2" charset="0"/>
            </a:endParaRPr>
          </a:p>
        </p:txBody>
      </p:sp>
      <p:sp>
        <p:nvSpPr>
          <p:cNvPr id="14" name="Rounded Rectangle 13">
            <a:extLst>
              <a:ext uri="{FF2B5EF4-FFF2-40B4-BE49-F238E27FC236}">
                <a16:creationId xmlns:a16="http://schemas.microsoft.com/office/drawing/2014/main" id="{36637793-2918-949A-5E4A-F7CF4908F7D8}"/>
              </a:ext>
            </a:extLst>
          </p:cNvPr>
          <p:cNvSpPr/>
          <p:nvPr/>
        </p:nvSpPr>
        <p:spPr>
          <a:xfrm>
            <a:off x="1527027"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Почеток</a:t>
            </a:r>
            <a:endParaRPr lang="en-US" dirty="0">
              <a:latin typeface="Roboto" pitchFamily="2" charset="0"/>
              <a:ea typeface="Roboto" pitchFamily="2" charset="0"/>
            </a:endParaRPr>
          </a:p>
        </p:txBody>
      </p:sp>
      <p:sp>
        <p:nvSpPr>
          <p:cNvPr id="2" name="TextBox 1">
            <a:extLst>
              <a:ext uri="{FF2B5EF4-FFF2-40B4-BE49-F238E27FC236}">
                <a16:creationId xmlns:a16="http://schemas.microsoft.com/office/drawing/2014/main" id="{1E98236D-E863-0E2D-E6BB-9152FACD305E}"/>
              </a:ext>
            </a:extLst>
          </p:cNvPr>
          <p:cNvSpPr txBox="1"/>
          <p:nvPr/>
        </p:nvSpPr>
        <p:spPr>
          <a:xfrm>
            <a:off x="185331" y="1238231"/>
            <a:ext cx="10264463" cy="646331"/>
          </a:xfrm>
          <a:prstGeom prst="rect">
            <a:avLst/>
          </a:prstGeom>
          <a:noFill/>
        </p:spPr>
        <p:txBody>
          <a:bodyPr wrap="square" rtlCol="0">
            <a:spAutoFit/>
          </a:bodyPr>
          <a:lstStyle/>
          <a:p>
            <a:r>
              <a:rPr lang="mk-MK" sz="3600" b="1" dirty="0">
                <a:latin typeface="Roboto" pitchFamily="2" charset="0"/>
                <a:ea typeface="Roboto" pitchFamily="2" charset="0"/>
              </a:rPr>
              <a:t>Основна идеа</a:t>
            </a:r>
            <a:endParaRPr lang="en-US" sz="3600" b="1" dirty="0">
              <a:latin typeface="Roboto" pitchFamily="2" charset="0"/>
              <a:ea typeface="Roboto" pitchFamily="2" charset="0"/>
            </a:endParaRPr>
          </a:p>
        </p:txBody>
      </p:sp>
      <p:sp>
        <p:nvSpPr>
          <p:cNvPr id="3" name="TextBox 2">
            <a:extLst>
              <a:ext uri="{FF2B5EF4-FFF2-40B4-BE49-F238E27FC236}">
                <a16:creationId xmlns:a16="http://schemas.microsoft.com/office/drawing/2014/main" id="{316EEDC4-7F37-E5F5-E64C-E2C7D408EA0D}"/>
              </a:ext>
            </a:extLst>
          </p:cNvPr>
          <p:cNvSpPr txBox="1"/>
          <p:nvPr/>
        </p:nvSpPr>
        <p:spPr>
          <a:xfrm flipH="1">
            <a:off x="281047" y="1913652"/>
            <a:ext cx="6594766" cy="4630130"/>
          </a:xfrm>
          <a:prstGeom prst="rect">
            <a:avLst/>
          </a:prstGeom>
          <a:noFill/>
        </p:spPr>
        <p:txBody>
          <a:bodyPr wrap="square" rtlCol="0">
            <a:spAutoFit/>
          </a:bodyPr>
          <a:lstStyle/>
          <a:p>
            <a:r>
              <a:rPr lang="mk-MK" sz="3200" dirty="0">
                <a:latin typeface="Roboto" pitchFamily="2" charset="0"/>
                <a:ea typeface="Roboto" pitchFamily="2" charset="0"/>
              </a:rPr>
              <a:t>Основната идеа на овој проект е да постои лесно употреблива веб апликација каде што корисници можат да прашуваат и да одговараат на јавни или приватни прашања. Оваа веб апликација треба да има лесен и убав кориснички интерфејс, да функционира брзо и без грешки.</a:t>
            </a:r>
            <a:endParaRPr lang="en-US" sz="3200" dirty="0">
              <a:latin typeface="Roboto" pitchFamily="2" charset="0"/>
              <a:ea typeface="Roboto" pitchFamily="2" charset="0"/>
            </a:endParaRPr>
          </a:p>
        </p:txBody>
      </p:sp>
      <p:sp>
        <p:nvSpPr>
          <p:cNvPr id="15" name="Rounded Rectangle 14">
            <a:extLst>
              <a:ext uri="{FF2B5EF4-FFF2-40B4-BE49-F238E27FC236}">
                <a16:creationId xmlns:a16="http://schemas.microsoft.com/office/drawing/2014/main" id="{E80EA25B-0ED7-2E9D-5199-5D6345E42C89}"/>
              </a:ext>
            </a:extLst>
          </p:cNvPr>
          <p:cNvSpPr/>
          <p:nvPr/>
        </p:nvSpPr>
        <p:spPr>
          <a:xfrm>
            <a:off x="7367589" y="1310659"/>
            <a:ext cx="6594766" cy="6178783"/>
          </a:xfrm>
          <a:prstGeom prst="roundRect">
            <a:avLst/>
          </a:prstGeom>
          <a:blipFill>
            <a:blip r:embed="rId2">
              <a:extLst>
                <a:ext uri="{BEBA8EAE-BF5A-486C-A8C5-ECC9F3942E4B}">
                  <a14:imgProps xmlns:a14="http://schemas.microsoft.com/office/drawing/2010/main">
                    <a14:imgLayer r:embed="rId3">
                      <a14:imgEffect>
                        <a14:artisticBlur radius="41"/>
                      </a14:imgEffect>
                    </a14:imgLayer>
                  </a14:imgProps>
                </a:ext>
              </a:extLst>
            </a:blip>
            <a:stretch>
              <a:fillRect/>
            </a:stretch>
          </a:blip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8658331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3304A"/>
        </a:solidFill>
        <a:effectLst/>
      </p:bgPr>
    </p:bg>
    <p:spTree>
      <p:nvGrpSpPr>
        <p:cNvPr id="1" name="">
          <a:extLst>
            <a:ext uri="{FF2B5EF4-FFF2-40B4-BE49-F238E27FC236}">
              <a16:creationId xmlns:a16="http://schemas.microsoft.com/office/drawing/2014/main" id="{515EBAC2-5711-707D-8C48-0EF5C21853C6}"/>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D30AF615-EBB1-884C-A8FF-AE20987221E0}"/>
              </a:ext>
            </a:extLst>
          </p:cNvPr>
          <p:cNvSpPr/>
          <p:nvPr/>
        </p:nvSpPr>
        <p:spPr>
          <a:xfrm>
            <a:off x="4558553" y="172826"/>
            <a:ext cx="1518021" cy="851649"/>
          </a:xfrm>
          <a:prstGeom prst="roundRect">
            <a:avLst/>
          </a:prstGeom>
          <a:solidFill>
            <a:srgbClr val="FFFFA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accent2"/>
                </a:solidFill>
                <a:latin typeface="Roboto" pitchFamily="2" charset="0"/>
                <a:ea typeface="Roboto" pitchFamily="2" charset="0"/>
              </a:rPr>
              <a:t>Наставни единици</a:t>
            </a:r>
          </a:p>
        </p:txBody>
      </p:sp>
      <p:sp>
        <p:nvSpPr>
          <p:cNvPr id="6" name="Rounded Rectangle 5">
            <a:extLst>
              <a:ext uri="{FF2B5EF4-FFF2-40B4-BE49-F238E27FC236}">
                <a16:creationId xmlns:a16="http://schemas.microsoft.com/office/drawing/2014/main" id="{181E73D8-2A6A-12C5-8403-AC18B824CEB4}"/>
              </a:ext>
            </a:extLst>
          </p:cNvPr>
          <p:cNvSpPr/>
          <p:nvPr/>
        </p:nvSpPr>
        <p:spPr>
          <a:xfrm>
            <a:off x="9311383"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Заклучок и порака</a:t>
            </a:r>
            <a:endParaRPr lang="en-US" dirty="0">
              <a:latin typeface="Roboto" pitchFamily="2" charset="0"/>
              <a:ea typeface="Roboto" pitchFamily="2" charset="0"/>
            </a:endParaRPr>
          </a:p>
        </p:txBody>
      </p:sp>
      <p:sp>
        <p:nvSpPr>
          <p:cNvPr id="7" name="Rounded Rectangle 6">
            <a:extLst>
              <a:ext uri="{FF2B5EF4-FFF2-40B4-BE49-F238E27FC236}">
                <a16:creationId xmlns:a16="http://schemas.microsoft.com/office/drawing/2014/main" id="{891903AA-5901-D107-C28A-C0F985068BE5}"/>
              </a:ext>
            </a:extLst>
          </p:cNvPr>
          <p:cNvSpPr/>
          <p:nvPr/>
        </p:nvSpPr>
        <p:spPr>
          <a:xfrm>
            <a:off x="7754511"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Демонстрација</a:t>
            </a:r>
            <a:endParaRPr lang="en-US" dirty="0">
              <a:latin typeface="Roboto" pitchFamily="2" charset="0"/>
              <a:ea typeface="Roboto" pitchFamily="2" charset="0"/>
            </a:endParaRPr>
          </a:p>
        </p:txBody>
      </p:sp>
      <p:sp>
        <p:nvSpPr>
          <p:cNvPr id="11" name="Rounded Rectangle 10">
            <a:extLst>
              <a:ext uri="{FF2B5EF4-FFF2-40B4-BE49-F238E27FC236}">
                <a16:creationId xmlns:a16="http://schemas.microsoft.com/office/drawing/2014/main" id="{FE7BAF96-1E48-DB9E-D71B-E848DDB2E1CA}"/>
              </a:ext>
            </a:extLst>
          </p:cNvPr>
          <p:cNvSpPr/>
          <p:nvPr/>
        </p:nvSpPr>
        <p:spPr>
          <a:xfrm>
            <a:off x="6197640"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Правење на проект</a:t>
            </a:r>
            <a:endParaRPr lang="en-US" dirty="0">
              <a:latin typeface="Roboto" pitchFamily="2" charset="0"/>
              <a:ea typeface="Roboto" pitchFamily="2" charset="0"/>
            </a:endParaRPr>
          </a:p>
        </p:txBody>
      </p:sp>
      <p:sp>
        <p:nvSpPr>
          <p:cNvPr id="12" name="Rounded Rectangle 11">
            <a:extLst>
              <a:ext uri="{FF2B5EF4-FFF2-40B4-BE49-F238E27FC236}">
                <a16:creationId xmlns:a16="http://schemas.microsoft.com/office/drawing/2014/main" id="{91710F83-FCA1-CC69-8206-33139F1BC30A}"/>
              </a:ext>
            </a:extLst>
          </p:cNvPr>
          <p:cNvSpPr/>
          <p:nvPr/>
        </p:nvSpPr>
        <p:spPr>
          <a:xfrm>
            <a:off x="3083898"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Основна идеа</a:t>
            </a:r>
            <a:endParaRPr lang="en-US" dirty="0">
              <a:latin typeface="Roboto" pitchFamily="2" charset="0"/>
              <a:ea typeface="Roboto" pitchFamily="2" charset="0"/>
            </a:endParaRPr>
          </a:p>
        </p:txBody>
      </p:sp>
      <p:sp>
        <p:nvSpPr>
          <p:cNvPr id="14" name="Rounded Rectangle 13">
            <a:extLst>
              <a:ext uri="{FF2B5EF4-FFF2-40B4-BE49-F238E27FC236}">
                <a16:creationId xmlns:a16="http://schemas.microsoft.com/office/drawing/2014/main" id="{8098985D-301B-F13A-01C7-E3C0F831298C}"/>
              </a:ext>
            </a:extLst>
          </p:cNvPr>
          <p:cNvSpPr/>
          <p:nvPr/>
        </p:nvSpPr>
        <p:spPr>
          <a:xfrm>
            <a:off x="1527027"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Почеток</a:t>
            </a:r>
            <a:endParaRPr lang="en-US" dirty="0">
              <a:latin typeface="Roboto" pitchFamily="2" charset="0"/>
              <a:ea typeface="Roboto" pitchFamily="2" charset="0"/>
            </a:endParaRPr>
          </a:p>
        </p:txBody>
      </p:sp>
      <p:sp>
        <p:nvSpPr>
          <p:cNvPr id="3" name="TextBox 2">
            <a:extLst>
              <a:ext uri="{FF2B5EF4-FFF2-40B4-BE49-F238E27FC236}">
                <a16:creationId xmlns:a16="http://schemas.microsoft.com/office/drawing/2014/main" id="{7067C640-C95C-62CD-EFAB-E786C2FB673C}"/>
              </a:ext>
            </a:extLst>
          </p:cNvPr>
          <p:cNvSpPr txBox="1"/>
          <p:nvPr/>
        </p:nvSpPr>
        <p:spPr>
          <a:xfrm>
            <a:off x="185331" y="1238231"/>
            <a:ext cx="10264463" cy="646331"/>
          </a:xfrm>
          <a:prstGeom prst="rect">
            <a:avLst/>
          </a:prstGeom>
          <a:noFill/>
        </p:spPr>
        <p:txBody>
          <a:bodyPr wrap="square" rtlCol="0">
            <a:spAutoFit/>
          </a:bodyPr>
          <a:lstStyle/>
          <a:p>
            <a:r>
              <a:rPr lang="en-US" sz="3600" b="1" dirty="0">
                <a:latin typeface="Roboto" pitchFamily="2" charset="0"/>
                <a:ea typeface="Roboto" pitchFamily="2" charset="0"/>
              </a:rPr>
              <a:t>Python</a:t>
            </a:r>
          </a:p>
        </p:txBody>
      </p:sp>
      <p:sp>
        <p:nvSpPr>
          <p:cNvPr id="4" name="TextBox 3">
            <a:extLst>
              <a:ext uri="{FF2B5EF4-FFF2-40B4-BE49-F238E27FC236}">
                <a16:creationId xmlns:a16="http://schemas.microsoft.com/office/drawing/2014/main" id="{849890E6-5D48-7785-B0C3-A16DF8B62867}"/>
              </a:ext>
            </a:extLst>
          </p:cNvPr>
          <p:cNvSpPr txBox="1"/>
          <p:nvPr/>
        </p:nvSpPr>
        <p:spPr>
          <a:xfrm flipH="1">
            <a:off x="281047" y="1913652"/>
            <a:ext cx="6594766" cy="5016758"/>
          </a:xfrm>
          <a:prstGeom prst="rect">
            <a:avLst/>
          </a:prstGeom>
          <a:noFill/>
        </p:spPr>
        <p:txBody>
          <a:bodyPr wrap="square" rtlCol="0">
            <a:spAutoFit/>
          </a:bodyPr>
          <a:lstStyle/>
          <a:p>
            <a:r>
              <a:rPr lang="en-US" sz="3200" dirty="0">
                <a:latin typeface="Roboto" pitchFamily="2" charset="0"/>
                <a:ea typeface="Roboto" pitchFamily="2" charset="0"/>
              </a:rPr>
              <a:t>Python</a:t>
            </a:r>
            <a:r>
              <a:rPr lang="mk-MK" sz="3200" dirty="0">
                <a:latin typeface="Roboto" pitchFamily="2" charset="0"/>
                <a:ea typeface="Roboto" pitchFamily="2" charset="0"/>
              </a:rPr>
              <a:t> го претставува </a:t>
            </a:r>
            <a:r>
              <a:rPr lang="en-US" sz="3200" dirty="0">
                <a:latin typeface="Roboto" pitchFamily="2" charset="0"/>
                <a:ea typeface="Roboto" pitchFamily="2" charset="0"/>
              </a:rPr>
              <a:t>backend</a:t>
            </a:r>
            <a:r>
              <a:rPr lang="mk-MK" sz="3200" dirty="0">
                <a:latin typeface="Roboto" pitchFamily="2" charset="0"/>
                <a:ea typeface="Roboto" pitchFamily="2" charset="0"/>
              </a:rPr>
              <a:t> делот на проектот. Во него се извршуваат сите скриени функции на веб апликацијата, како за пишување во табели, или прикажување на податоци на </a:t>
            </a:r>
            <a:r>
              <a:rPr lang="en-US" sz="3200" dirty="0">
                <a:latin typeface="Roboto" pitchFamily="2" charset="0"/>
                <a:ea typeface="Roboto" pitchFamily="2" charset="0"/>
              </a:rPr>
              <a:t>HTML</a:t>
            </a:r>
            <a:r>
              <a:rPr lang="mk-MK" sz="3200" dirty="0">
                <a:latin typeface="Roboto" pitchFamily="2" charset="0"/>
                <a:ea typeface="Roboto" pitchFamily="2" charset="0"/>
              </a:rPr>
              <a:t>-</a:t>
            </a:r>
            <a:r>
              <a:rPr lang="mk-MK" sz="3200" dirty="0" err="1">
                <a:latin typeface="Roboto" pitchFamily="2" charset="0"/>
                <a:ea typeface="Roboto" pitchFamily="2" charset="0"/>
              </a:rPr>
              <a:t>от</a:t>
            </a:r>
            <a:r>
              <a:rPr lang="mk-MK" sz="3200" dirty="0">
                <a:latin typeface="Roboto" pitchFamily="2" charset="0"/>
                <a:ea typeface="Roboto" pitchFamily="2" charset="0"/>
              </a:rPr>
              <a:t>. </a:t>
            </a:r>
            <a:r>
              <a:rPr lang="en-US" sz="3200" dirty="0">
                <a:latin typeface="Roboto" pitchFamily="2" charset="0"/>
                <a:ea typeface="Roboto" pitchFamily="2" charset="0"/>
              </a:rPr>
              <a:t>Python</a:t>
            </a:r>
            <a:r>
              <a:rPr lang="mk-MK" sz="3200" dirty="0">
                <a:latin typeface="Roboto" pitchFamily="2" charset="0"/>
                <a:ea typeface="Roboto" pitchFamily="2" charset="0"/>
              </a:rPr>
              <a:t> се користи во проектот за менување на табели и извршување на потребни функции.</a:t>
            </a:r>
            <a:endParaRPr lang="en-US" sz="3200" dirty="0">
              <a:latin typeface="Roboto" pitchFamily="2" charset="0"/>
              <a:ea typeface="Roboto" pitchFamily="2" charset="0"/>
            </a:endParaRPr>
          </a:p>
        </p:txBody>
      </p:sp>
      <p:pic>
        <p:nvPicPr>
          <p:cNvPr id="8" name="Picture 7">
            <a:extLst>
              <a:ext uri="{FF2B5EF4-FFF2-40B4-BE49-F238E27FC236}">
                <a16:creationId xmlns:a16="http://schemas.microsoft.com/office/drawing/2014/main" id="{335E70FF-16F3-6DE0-FFF5-29D2C031A21D}"/>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10000" b="90000" l="10000" r="90000">
                        <a14:foregroundMark x1="43250" y1="39000" x2="43250" y2="39000"/>
                      </a14:backgroundRemoval>
                    </a14:imgEffect>
                  </a14:imgLayer>
                </a14:imgProps>
              </a:ext>
            </a:extLst>
          </a:blip>
          <a:stretch>
            <a:fillRect/>
          </a:stretch>
        </p:blipFill>
        <p:spPr>
          <a:xfrm>
            <a:off x="7121126" y="1561396"/>
            <a:ext cx="4627263" cy="4627263"/>
          </a:xfrm>
          <a:prstGeom prst="rect">
            <a:avLst/>
          </a:prstGeom>
        </p:spPr>
      </p:pic>
    </p:spTree>
    <p:extLst>
      <p:ext uri="{BB962C8B-B14F-4D97-AF65-F5344CB8AC3E}">
        <p14:creationId xmlns:p14="http://schemas.microsoft.com/office/powerpoint/2010/main" val="55951374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3304A"/>
        </a:solidFill>
        <a:effectLst/>
      </p:bgPr>
    </p:bg>
    <p:spTree>
      <p:nvGrpSpPr>
        <p:cNvPr id="1" name="">
          <a:extLst>
            <a:ext uri="{FF2B5EF4-FFF2-40B4-BE49-F238E27FC236}">
              <a16:creationId xmlns:a16="http://schemas.microsoft.com/office/drawing/2014/main" id="{0222BD7B-0FEA-4489-404D-3F75F31C58B2}"/>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E03405C4-753F-11B6-0702-44905336DB36}"/>
              </a:ext>
            </a:extLst>
          </p:cNvPr>
          <p:cNvSpPr/>
          <p:nvPr/>
        </p:nvSpPr>
        <p:spPr>
          <a:xfrm>
            <a:off x="4558553" y="172826"/>
            <a:ext cx="1518021" cy="851649"/>
          </a:xfrm>
          <a:prstGeom prst="roundRect">
            <a:avLst/>
          </a:prstGeom>
          <a:solidFill>
            <a:srgbClr val="FFFFA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accent2"/>
                </a:solidFill>
                <a:latin typeface="Roboto" pitchFamily="2" charset="0"/>
                <a:ea typeface="Roboto" pitchFamily="2" charset="0"/>
              </a:rPr>
              <a:t>Наставни единици</a:t>
            </a:r>
          </a:p>
        </p:txBody>
      </p:sp>
      <p:sp>
        <p:nvSpPr>
          <p:cNvPr id="6" name="Rounded Rectangle 5">
            <a:extLst>
              <a:ext uri="{FF2B5EF4-FFF2-40B4-BE49-F238E27FC236}">
                <a16:creationId xmlns:a16="http://schemas.microsoft.com/office/drawing/2014/main" id="{5A580A74-4192-615A-2F38-B37CFD343102}"/>
              </a:ext>
            </a:extLst>
          </p:cNvPr>
          <p:cNvSpPr/>
          <p:nvPr/>
        </p:nvSpPr>
        <p:spPr>
          <a:xfrm>
            <a:off x="9311383"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Заклучок и порака</a:t>
            </a:r>
            <a:endParaRPr lang="en-US" dirty="0">
              <a:latin typeface="Roboto" pitchFamily="2" charset="0"/>
              <a:ea typeface="Roboto" pitchFamily="2" charset="0"/>
            </a:endParaRPr>
          </a:p>
        </p:txBody>
      </p:sp>
      <p:sp>
        <p:nvSpPr>
          <p:cNvPr id="7" name="Rounded Rectangle 6">
            <a:extLst>
              <a:ext uri="{FF2B5EF4-FFF2-40B4-BE49-F238E27FC236}">
                <a16:creationId xmlns:a16="http://schemas.microsoft.com/office/drawing/2014/main" id="{87312F3D-10F5-9222-6FC6-B22566E9DD73}"/>
              </a:ext>
            </a:extLst>
          </p:cNvPr>
          <p:cNvSpPr/>
          <p:nvPr/>
        </p:nvSpPr>
        <p:spPr>
          <a:xfrm>
            <a:off x="7754511"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Демонстрација</a:t>
            </a:r>
            <a:endParaRPr lang="en-US" dirty="0">
              <a:latin typeface="Roboto" pitchFamily="2" charset="0"/>
              <a:ea typeface="Roboto" pitchFamily="2" charset="0"/>
            </a:endParaRPr>
          </a:p>
        </p:txBody>
      </p:sp>
      <p:sp>
        <p:nvSpPr>
          <p:cNvPr id="11" name="Rounded Rectangle 10">
            <a:extLst>
              <a:ext uri="{FF2B5EF4-FFF2-40B4-BE49-F238E27FC236}">
                <a16:creationId xmlns:a16="http://schemas.microsoft.com/office/drawing/2014/main" id="{8CD86711-7CFC-1BAB-C0A4-3C9985A7605E}"/>
              </a:ext>
            </a:extLst>
          </p:cNvPr>
          <p:cNvSpPr/>
          <p:nvPr/>
        </p:nvSpPr>
        <p:spPr>
          <a:xfrm>
            <a:off x="6197640"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Правење на проект</a:t>
            </a:r>
            <a:endParaRPr lang="en-US" dirty="0">
              <a:latin typeface="Roboto" pitchFamily="2" charset="0"/>
              <a:ea typeface="Roboto" pitchFamily="2" charset="0"/>
            </a:endParaRPr>
          </a:p>
        </p:txBody>
      </p:sp>
      <p:sp>
        <p:nvSpPr>
          <p:cNvPr id="12" name="Rounded Rectangle 11">
            <a:extLst>
              <a:ext uri="{FF2B5EF4-FFF2-40B4-BE49-F238E27FC236}">
                <a16:creationId xmlns:a16="http://schemas.microsoft.com/office/drawing/2014/main" id="{A363733D-639C-B963-1FCA-0416369ADE3E}"/>
              </a:ext>
            </a:extLst>
          </p:cNvPr>
          <p:cNvSpPr/>
          <p:nvPr/>
        </p:nvSpPr>
        <p:spPr>
          <a:xfrm>
            <a:off x="3083898"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Основна идеа</a:t>
            </a:r>
            <a:endParaRPr lang="en-US" dirty="0">
              <a:latin typeface="Roboto" pitchFamily="2" charset="0"/>
              <a:ea typeface="Roboto" pitchFamily="2" charset="0"/>
            </a:endParaRPr>
          </a:p>
        </p:txBody>
      </p:sp>
      <p:sp>
        <p:nvSpPr>
          <p:cNvPr id="14" name="Rounded Rectangle 13">
            <a:extLst>
              <a:ext uri="{FF2B5EF4-FFF2-40B4-BE49-F238E27FC236}">
                <a16:creationId xmlns:a16="http://schemas.microsoft.com/office/drawing/2014/main" id="{5BBBC722-394D-9765-AA44-BB503A2E28D5}"/>
              </a:ext>
            </a:extLst>
          </p:cNvPr>
          <p:cNvSpPr/>
          <p:nvPr/>
        </p:nvSpPr>
        <p:spPr>
          <a:xfrm>
            <a:off x="1527027"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Почеток</a:t>
            </a:r>
            <a:endParaRPr lang="en-US" dirty="0">
              <a:latin typeface="Roboto" pitchFamily="2" charset="0"/>
              <a:ea typeface="Roboto" pitchFamily="2" charset="0"/>
            </a:endParaRPr>
          </a:p>
        </p:txBody>
      </p:sp>
      <p:sp>
        <p:nvSpPr>
          <p:cNvPr id="3" name="TextBox 2">
            <a:extLst>
              <a:ext uri="{FF2B5EF4-FFF2-40B4-BE49-F238E27FC236}">
                <a16:creationId xmlns:a16="http://schemas.microsoft.com/office/drawing/2014/main" id="{68171C68-90C9-B680-FBD8-AE14850E2167}"/>
              </a:ext>
            </a:extLst>
          </p:cNvPr>
          <p:cNvSpPr txBox="1"/>
          <p:nvPr/>
        </p:nvSpPr>
        <p:spPr>
          <a:xfrm>
            <a:off x="185331" y="1238231"/>
            <a:ext cx="10264463" cy="646331"/>
          </a:xfrm>
          <a:prstGeom prst="rect">
            <a:avLst/>
          </a:prstGeom>
          <a:noFill/>
        </p:spPr>
        <p:txBody>
          <a:bodyPr wrap="square" rtlCol="0">
            <a:spAutoFit/>
          </a:bodyPr>
          <a:lstStyle/>
          <a:p>
            <a:r>
              <a:rPr lang="en-US" sz="3600" b="1" dirty="0">
                <a:latin typeface="Roboto" pitchFamily="2" charset="0"/>
                <a:ea typeface="Roboto" pitchFamily="2" charset="0"/>
              </a:rPr>
              <a:t>HTML/CSS</a:t>
            </a:r>
          </a:p>
        </p:txBody>
      </p:sp>
      <p:sp>
        <p:nvSpPr>
          <p:cNvPr id="4" name="TextBox 3">
            <a:extLst>
              <a:ext uri="{FF2B5EF4-FFF2-40B4-BE49-F238E27FC236}">
                <a16:creationId xmlns:a16="http://schemas.microsoft.com/office/drawing/2014/main" id="{89D96341-6F8F-32C2-7798-2BF191EAFE0D}"/>
              </a:ext>
            </a:extLst>
          </p:cNvPr>
          <p:cNvSpPr txBox="1"/>
          <p:nvPr/>
        </p:nvSpPr>
        <p:spPr>
          <a:xfrm flipH="1">
            <a:off x="281047" y="1913652"/>
            <a:ext cx="6594766" cy="4524315"/>
          </a:xfrm>
          <a:prstGeom prst="rect">
            <a:avLst/>
          </a:prstGeom>
          <a:noFill/>
        </p:spPr>
        <p:txBody>
          <a:bodyPr wrap="square" rtlCol="0">
            <a:spAutoFit/>
          </a:bodyPr>
          <a:lstStyle/>
          <a:p>
            <a:r>
              <a:rPr lang="en-US" sz="3200" dirty="0">
                <a:latin typeface="Roboto" pitchFamily="2" charset="0"/>
                <a:ea typeface="Roboto" pitchFamily="2" charset="0"/>
              </a:rPr>
              <a:t>HTML </a:t>
            </a:r>
            <a:r>
              <a:rPr lang="mk-MK" sz="3200" dirty="0">
                <a:latin typeface="Roboto" pitchFamily="2" charset="0"/>
                <a:ea typeface="Roboto" pitchFamily="2" charset="0"/>
              </a:rPr>
              <a:t>и </a:t>
            </a:r>
            <a:r>
              <a:rPr lang="en-US" sz="3200" dirty="0">
                <a:latin typeface="Roboto" pitchFamily="2" charset="0"/>
                <a:ea typeface="Roboto" pitchFamily="2" charset="0"/>
              </a:rPr>
              <a:t>CSS </a:t>
            </a:r>
            <a:r>
              <a:rPr lang="mk-MK" sz="3200" dirty="0">
                <a:latin typeface="Roboto" pitchFamily="2" charset="0"/>
                <a:ea typeface="Roboto" pitchFamily="2" charset="0"/>
              </a:rPr>
              <a:t>се деловите што ги гледа корисникот</a:t>
            </a:r>
            <a:r>
              <a:rPr lang="en-US" sz="3200" dirty="0">
                <a:latin typeface="Roboto" pitchFamily="2" charset="0"/>
                <a:ea typeface="Roboto" pitchFamily="2" charset="0"/>
              </a:rPr>
              <a:t> (frontend)</a:t>
            </a:r>
            <a:r>
              <a:rPr lang="mk-MK" sz="3200" dirty="0">
                <a:latin typeface="Roboto" pitchFamily="2" charset="0"/>
                <a:ea typeface="Roboto" pitchFamily="2" charset="0"/>
              </a:rPr>
              <a:t>. Тука се определува изгледот на веб страните. </a:t>
            </a:r>
            <a:r>
              <a:rPr lang="en-US" sz="3200" dirty="0">
                <a:latin typeface="Roboto" pitchFamily="2" charset="0"/>
                <a:ea typeface="Roboto" pitchFamily="2" charset="0"/>
              </a:rPr>
              <a:t>HTML</a:t>
            </a:r>
            <a:r>
              <a:rPr lang="mk-MK" sz="3200" dirty="0">
                <a:latin typeface="Roboto" pitchFamily="2" charset="0"/>
                <a:ea typeface="Roboto" pitchFamily="2" charset="0"/>
              </a:rPr>
              <a:t>-</a:t>
            </a:r>
            <a:r>
              <a:rPr lang="mk-MK" sz="3200" dirty="0" err="1">
                <a:latin typeface="Roboto" pitchFamily="2" charset="0"/>
                <a:ea typeface="Roboto" pitchFamily="2" charset="0"/>
              </a:rPr>
              <a:t>от</a:t>
            </a:r>
            <a:r>
              <a:rPr lang="mk-MK" sz="3200" dirty="0">
                <a:latin typeface="Roboto" pitchFamily="2" charset="0"/>
                <a:ea typeface="Roboto" pitchFamily="2" charset="0"/>
              </a:rPr>
              <a:t> е основниот дел, а </a:t>
            </a:r>
            <a:r>
              <a:rPr lang="en-US" sz="3200" dirty="0">
                <a:latin typeface="Roboto" pitchFamily="2" charset="0"/>
                <a:ea typeface="Roboto" pitchFamily="2" charset="0"/>
              </a:rPr>
              <a:t>CSS</a:t>
            </a:r>
            <a:r>
              <a:rPr lang="mk-MK" sz="3200" dirty="0">
                <a:latin typeface="Roboto" pitchFamily="2" charset="0"/>
                <a:ea typeface="Roboto" pitchFamily="2" charset="0"/>
              </a:rPr>
              <a:t>-</a:t>
            </a:r>
            <a:r>
              <a:rPr lang="mk-MK" sz="3200" dirty="0" err="1">
                <a:latin typeface="Roboto" pitchFamily="2" charset="0"/>
                <a:ea typeface="Roboto" pitchFamily="2" charset="0"/>
              </a:rPr>
              <a:t>от</a:t>
            </a:r>
            <a:r>
              <a:rPr lang="mk-MK" sz="3200" dirty="0">
                <a:latin typeface="Roboto" pitchFamily="2" charset="0"/>
                <a:ea typeface="Roboto" pitchFamily="2" charset="0"/>
              </a:rPr>
              <a:t> е делот што му го дава цел изглед. </a:t>
            </a:r>
            <a:r>
              <a:rPr lang="en-US" sz="3200" dirty="0">
                <a:latin typeface="Roboto" pitchFamily="2" charset="0"/>
                <a:ea typeface="Roboto" pitchFamily="2" charset="0"/>
              </a:rPr>
              <a:t>HTML</a:t>
            </a:r>
            <a:r>
              <a:rPr lang="mk-MK" sz="3200" dirty="0">
                <a:latin typeface="Roboto" pitchFamily="2" charset="0"/>
                <a:ea typeface="Roboto" pitchFamily="2" charset="0"/>
              </a:rPr>
              <a:t> и </a:t>
            </a:r>
            <a:r>
              <a:rPr lang="en-US" sz="3200" dirty="0">
                <a:latin typeface="Roboto" pitchFamily="2" charset="0"/>
                <a:ea typeface="Roboto" pitchFamily="2" charset="0"/>
              </a:rPr>
              <a:t>CSS </a:t>
            </a:r>
            <a:r>
              <a:rPr lang="mk-MK" sz="3200" dirty="0">
                <a:latin typeface="Roboto" pitchFamily="2" charset="0"/>
                <a:ea typeface="Roboto" pitchFamily="2" charset="0"/>
              </a:rPr>
              <a:t>ги користам во мојот проект за изглед и функција на веб страните.</a:t>
            </a:r>
            <a:endParaRPr lang="en-US" sz="3200" dirty="0">
              <a:latin typeface="Roboto" pitchFamily="2" charset="0"/>
              <a:ea typeface="Roboto" pitchFamily="2" charset="0"/>
            </a:endParaRPr>
          </a:p>
        </p:txBody>
      </p:sp>
      <p:pic>
        <p:nvPicPr>
          <p:cNvPr id="9" name="Picture 8">
            <a:extLst>
              <a:ext uri="{FF2B5EF4-FFF2-40B4-BE49-F238E27FC236}">
                <a16:creationId xmlns:a16="http://schemas.microsoft.com/office/drawing/2014/main" id="{4DCF780C-B952-B34F-F3EF-CEE09A857421}"/>
              </a:ext>
            </a:extLst>
          </p:cNvPr>
          <p:cNvPicPr>
            <a:picLocks noChangeAspect="1"/>
          </p:cNvPicPr>
          <p:nvPr/>
        </p:nvPicPr>
        <p:blipFill>
          <a:blip r:embed="rId2"/>
          <a:stretch>
            <a:fillRect/>
          </a:stretch>
        </p:blipFill>
        <p:spPr>
          <a:xfrm>
            <a:off x="6599767" y="1421255"/>
            <a:ext cx="5016665" cy="5016665"/>
          </a:xfrm>
          <a:prstGeom prst="rect">
            <a:avLst/>
          </a:prstGeom>
        </p:spPr>
      </p:pic>
    </p:spTree>
    <p:extLst>
      <p:ext uri="{BB962C8B-B14F-4D97-AF65-F5344CB8AC3E}">
        <p14:creationId xmlns:p14="http://schemas.microsoft.com/office/powerpoint/2010/main" val="89611270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3304A"/>
        </a:solidFill>
        <a:effectLst/>
      </p:bgPr>
    </p:bg>
    <p:spTree>
      <p:nvGrpSpPr>
        <p:cNvPr id="1" name="">
          <a:extLst>
            <a:ext uri="{FF2B5EF4-FFF2-40B4-BE49-F238E27FC236}">
              <a16:creationId xmlns:a16="http://schemas.microsoft.com/office/drawing/2014/main" id="{F9ABFEF0-5E21-0F78-58D7-50A16CE8DFB5}"/>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2C9ECB22-15C8-C17D-7DDC-D453153E6EC3}"/>
              </a:ext>
            </a:extLst>
          </p:cNvPr>
          <p:cNvSpPr/>
          <p:nvPr/>
        </p:nvSpPr>
        <p:spPr>
          <a:xfrm>
            <a:off x="4558553" y="172826"/>
            <a:ext cx="1518021" cy="851649"/>
          </a:xfrm>
          <a:prstGeom prst="roundRect">
            <a:avLst/>
          </a:prstGeom>
          <a:solidFill>
            <a:srgbClr val="FFFFA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accent2"/>
                </a:solidFill>
                <a:latin typeface="Roboto" pitchFamily="2" charset="0"/>
                <a:ea typeface="Roboto" pitchFamily="2" charset="0"/>
              </a:rPr>
              <a:t>Наставни единици</a:t>
            </a:r>
          </a:p>
        </p:txBody>
      </p:sp>
      <p:sp>
        <p:nvSpPr>
          <p:cNvPr id="6" name="Rounded Rectangle 5">
            <a:extLst>
              <a:ext uri="{FF2B5EF4-FFF2-40B4-BE49-F238E27FC236}">
                <a16:creationId xmlns:a16="http://schemas.microsoft.com/office/drawing/2014/main" id="{F74C12D9-9FD2-5E14-2E4D-6B329AEABC55}"/>
              </a:ext>
            </a:extLst>
          </p:cNvPr>
          <p:cNvSpPr/>
          <p:nvPr/>
        </p:nvSpPr>
        <p:spPr>
          <a:xfrm>
            <a:off x="9311383"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Заклучок и порака</a:t>
            </a:r>
            <a:endParaRPr lang="en-US" dirty="0">
              <a:latin typeface="Roboto" pitchFamily="2" charset="0"/>
              <a:ea typeface="Roboto" pitchFamily="2" charset="0"/>
            </a:endParaRPr>
          </a:p>
        </p:txBody>
      </p:sp>
      <p:sp>
        <p:nvSpPr>
          <p:cNvPr id="7" name="Rounded Rectangle 6">
            <a:extLst>
              <a:ext uri="{FF2B5EF4-FFF2-40B4-BE49-F238E27FC236}">
                <a16:creationId xmlns:a16="http://schemas.microsoft.com/office/drawing/2014/main" id="{54A567B6-0E24-2EB8-9A69-718C9E2DB495}"/>
              </a:ext>
            </a:extLst>
          </p:cNvPr>
          <p:cNvSpPr/>
          <p:nvPr/>
        </p:nvSpPr>
        <p:spPr>
          <a:xfrm>
            <a:off x="7754511"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Демонстрација</a:t>
            </a:r>
            <a:endParaRPr lang="en-US" dirty="0">
              <a:latin typeface="Roboto" pitchFamily="2" charset="0"/>
              <a:ea typeface="Roboto" pitchFamily="2" charset="0"/>
            </a:endParaRPr>
          </a:p>
        </p:txBody>
      </p:sp>
      <p:sp>
        <p:nvSpPr>
          <p:cNvPr id="11" name="Rounded Rectangle 10">
            <a:extLst>
              <a:ext uri="{FF2B5EF4-FFF2-40B4-BE49-F238E27FC236}">
                <a16:creationId xmlns:a16="http://schemas.microsoft.com/office/drawing/2014/main" id="{713FF94D-5ED4-904F-693F-F1AF90F248DC}"/>
              </a:ext>
            </a:extLst>
          </p:cNvPr>
          <p:cNvSpPr/>
          <p:nvPr/>
        </p:nvSpPr>
        <p:spPr>
          <a:xfrm>
            <a:off x="6197640"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Правење на проект</a:t>
            </a:r>
            <a:endParaRPr lang="en-US" dirty="0">
              <a:latin typeface="Roboto" pitchFamily="2" charset="0"/>
              <a:ea typeface="Roboto" pitchFamily="2" charset="0"/>
            </a:endParaRPr>
          </a:p>
        </p:txBody>
      </p:sp>
      <p:sp>
        <p:nvSpPr>
          <p:cNvPr id="12" name="Rounded Rectangle 11">
            <a:extLst>
              <a:ext uri="{FF2B5EF4-FFF2-40B4-BE49-F238E27FC236}">
                <a16:creationId xmlns:a16="http://schemas.microsoft.com/office/drawing/2014/main" id="{D822B8D6-01FB-3682-723D-7AB90B3DC18A}"/>
              </a:ext>
            </a:extLst>
          </p:cNvPr>
          <p:cNvSpPr/>
          <p:nvPr/>
        </p:nvSpPr>
        <p:spPr>
          <a:xfrm>
            <a:off x="3083898"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Основна идеа</a:t>
            </a:r>
            <a:endParaRPr lang="en-US" dirty="0">
              <a:latin typeface="Roboto" pitchFamily="2" charset="0"/>
              <a:ea typeface="Roboto" pitchFamily="2" charset="0"/>
            </a:endParaRPr>
          </a:p>
        </p:txBody>
      </p:sp>
      <p:sp>
        <p:nvSpPr>
          <p:cNvPr id="14" name="Rounded Rectangle 13">
            <a:extLst>
              <a:ext uri="{FF2B5EF4-FFF2-40B4-BE49-F238E27FC236}">
                <a16:creationId xmlns:a16="http://schemas.microsoft.com/office/drawing/2014/main" id="{93C7F82F-8AD4-E224-4637-09FD63DCC94D}"/>
              </a:ext>
            </a:extLst>
          </p:cNvPr>
          <p:cNvSpPr/>
          <p:nvPr/>
        </p:nvSpPr>
        <p:spPr>
          <a:xfrm>
            <a:off x="1527027"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Почеток</a:t>
            </a:r>
            <a:endParaRPr lang="en-US" dirty="0">
              <a:latin typeface="Roboto" pitchFamily="2" charset="0"/>
              <a:ea typeface="Roboto" pitchFamily="2" charset="0"/>
            </a:endParaRPr>
          </a:p>
        </p:txBody>
      </p:sp>
      <p:sp>
        <p:nvSpPr>
          <p:cNvPr id="3" name="TextBox 2">
            <a:extLst>
              <a:ext uri="{FF2B5EF4-FFF2-40B4-BE49-F238E27FC236}">
                <a16:creationId xmlns:a16="http://schemas.microsoft.com/office/drawing/2014/main" id="{1CCDAC4C-396C-2F89-6F6E-A75A0034DE62}"/>
              </a:ext>
            </a:extLst>
          </p:cNvPr>
          <p:cNvSpPr txBox="1"/>
          <p:nvPr/>
        </p:nvSpPr>
        <p:spPr>
          <a:xfrm>
            <a:off x="185331" y="1238231"/>
            <a:ext cx="10264463" cy="646331"/>
          </a:xfrm>
          <a:prstGeom prst="rect">
            <a:avLst/>
          </a:prstGeom>
          <a:noFill/>
        </p:spPr>
        <p:txBody>
          <a:bodyPr wrap="square" rtlCol="0">
            <a:spAutoFit/>
          </a:bodyPr>
          <a:lstStyle/>
          <a:p>
            <a:r>
              <a:rPr lang="en-US" sz="3600" b="1" dirty="0">
                <a:latin typeface="Roboto" pitchFamily="2" charset="0"/>
                <a:ea typeface="Roboto" pitchFamily="2" charset="0"/>
              </a:rPr>
              <a:t>SQL</a:t>
            </a:r>
          </a:p>
        </p:txBody>
      </p:sp>
      <p:sp>
        <p:nvSpPr>
          <p:cNvPr id="4" name="TextBox 3">
            <a:extLst>
              <a:ext uri="{FF2B5EF4-FFF2-40B4-BE49-F238E27FC236}">
                <a16:creationId xmlns:a16="http://schemas.microsoft.com/office/drawing/2014/main" id="{4177412F-0A18-F398-A42E-EE939E0B6520}"/>
              </a:ext>
            </a:extLst>
          </p:cNvPr>
          <p:cNvSpPr txBox="1"/>
          <p:nvPr/>
        </p:nvSpPr>
        <p:spPr>
          <a:xfrm flipH="1">
            <a:off x="281047" y="1913652"/>
            <a:ext cx="6594766" cy="3539430"/>
          </a:xfrm>
          <a:prstGeom prst="rect">
            <a:avLst/>
          </a:prstGeom>
          <a:noFill/>
        </p:spPr>
        <p:txBody>
          <a:bodyPr wrap="square" rtlCol="0">
            <a:spAutoFit/>
          </a:bodyPr>
          <a:lstStyle/>
          <a:p>
            <a:r>
              <a:rPr lang="en-US" sz="3200" dirty="0">
                <a:latin typeface="Roboto" pitchFamily="2" charset="0"/>
                <a:ea typeface="Roboto" pitchFamily="2" charset="0"/>
              </a:rPr>
              <a:t>SQL</a:t>
            </a:r>
            <a:r>
              <a:rPr lang="mk-MK" sz="3200" dirty="0">
                <a:latin typeface="Roboto" pitchFamily="2" charset="0"/>
                <a:ea typeface="Roboto" pitchFamily="2" charset="0"/>
              </a:rPr>
              <a:t>-</a:t>
            </a:r>
            <a:r>
              <a:rPr lang="mk-MK" sz="3200" dirty="0" err="1">
                <a:latin typeface="Roboto" pitchFamily="2" charset="0"/>
                <a:ea typeface="Roboto" pitchFamily="2" charset="0"/>
              </a:rPr>
              <a:t>от</a:t>
            </a:r>
            <a:r>
              <a:rPr lang="mk-MK" sz="3200" dirty="0">
                <a:latin typeface="Roboto" pitchFamily="2" charset="0"/>
                <a:ea typeface="Roboto" pitchFamily="2" charset="0"/>
              </a:rPr>
              <a:t> се користи за менаџирање на табелите. Со него, командите за менување се извршуваат. Во мојот проект, тој многу се користи, поради постојаното барање на податоци од сите анкети и корисници.</a:t>
            </a:r>
            <a:endParaRPr lang="en-US" sz="3200" dirty="0">
              <a:latin typeface="Roboto" pitchFamily="2" charset="0"/>
              <a:ea typeface="Roboto" pitchFamily="2" charset="0"/>
            </a:endParaRPr>
          </a:p>
        </p:txBody>
      </p:sp>
      <p:pic>
        <p:nvPicPr>
          <p:cNvPr id="13" name="Picture 12">
            <a:extLst>
              <a:ext uri="{FF2B5EF4-FFF2-40B4-BE49-F238E27FC236}">
                <a16:creationId xmlns:a16="http://schemas.microsoft.com/office/drawing/2014/main" id="{0DF84732-3268-D865-D48A-C6644C08BF64}"/>
              </a:ext>
            </a:extLst>
          </p:cNvPr>
          <p:cNvPicPr>
            <a:picLocks noChangeAspect="1"/>
          </p:cNvPicPr>
          <p:nvPr/>
        </p:nvPicPr>
        <p:blipFill>
          <a:blip r:embed="rId2"/>
          <a:stretch>
            <a:fillRect/>
          </a:stretch>
        </p:blipFill>
        <p:spPr>
          <a:xfrm>
            <a:off x="6937515" y="1238231"/>
            <a:ext cx="4973438" cy="4973438"/>
          </a:xfrm>
          <a:prstGeom prst="rect">
            <a:avLst/>
          </a:prstGeom>
        </p:spPr>
      </p:pic>
    </p:spTree>
    <p:extLst>
      <p:ext uri="{BB962C8B-B14F-4D97-AF65-F5344CB8AC3E}">
        <p14:creationId xmlns:p14="http://schemas.microsoft.com/office/powerpoint/2010/main" val="259775397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3304A"/>
        </a:solidFill>
        <a:effectLst/>
      </p:bgPr>
    </p:bg>
    <p:spTree>
      <p:nvGrpSpPr>
        <p:cNvPr id="1" name="">
          <a:extLst>
            <a:ext uri="{FF2B5EF4-FFF2-40B4-BE49-F238E27FC236}">
              <a16:creationId xmlns:a16="http://schemas.microsoft.com/office/drawing/2014/main" id="{8D9CF57F-7E35-4478-6CC3-78D961EF7556}"/>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D9642D3D-ECF2-786B-4E20-94D5A0DEA9AC}"/>
              </a:ext>
            </a:extLst>
          </p:cNvPr>
          <p:cNvSpPr/>
          <p:nvPr/>
        </p:nvSpPr>
        <p:spPr>
          <a:xfrm>
            <a:off x="4558553" y="172826"/>
            <a:ext cx="1518021" cy="851649"/>
          </a:xfrm>
          <a:prstGeom prst="roundRect">
            <a:avLst/>
          </a:prstGeom>
          <a:solidFill>
            <a:srgbClr val="FFFFA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accent2"/>
                </a:solidFill>
                <a:latin typeface="Roboto" pitchFamily="2" charset="0"/>
                <a:ea typeface="Roboto" pitchFamily="2" charset="0"/>
              </a:rPr>
              <a:t>Наставни единици</a:t>
            </a:r>
          </a:p>
        </p:txBody>
      </p:sp>
      <p:sp>
        <p:nvSpPr>
          <p:cNvPr id="6" name="Rounded Rectangle 5">
            <a:extLst>
              <a:ext uri="{FF2B5EF4-FFF2-40B4-BE49-F238E27FC236}">
                <a16:creationId xmlns:a16="http://schemas.microsoft.com/office/drawing/2014/main" id="{5074EE28-6D74-9585-1653-1268D3D2A32B}"/>
              </a:ext>
            </a:extLst>
          </p:cNvPr>
          <p:cNvSpPr/>
          <p:nvPr/>
        </p:nvSpPr>
        <p:spPr>
          <a:xfrm>
            <a:off x="9311383"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Заклучок и порака</a:t>
            </a:r>
            <a:endParaRPr lang="en-US" dirty="0">
              <a:latin typeface="Roboto" pitchFamily="2" charset="0"/>
              <a:ea typeface="Roboto" pitchFamily="2" charset="0"/>
            </a:endParaRPr>
          </a:p>
        </p:txBody>
      </p:sp>
      <p:sp>
        <p:nvSpPr>
          <p:cNvPr id="7" name="Rounded Rectangle 6">
            <a:extLst>
              <a:ext uri="{FF2B5EF4-FFF2-40B4-BE49-F238E27FC236}">
                <a16:creationId xmlns:a16="http://schemas.microsoft.com/office/drawing/2014/main" id="{3EE68348-5416-C546-124B-0367FEE32BC9}"/>
              </a:ext>
            </a:extLst>
          </p:cNvPr>
          <p:cNvSpPr/>
          <p:nvPr/>
        </p:nvSpPr>
        <p:spPr>
          <a:xfrm>
            <a:off x="7754511"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Демонстрација</a:t>
            </a:r>
            <a:endParaRPr lang="en-US" dirty="0">
              <a:latin typeface="Roboto" pitchFamily="2" charset="0"/>
              <a:ea typeface="Roboto" pitchFamily="2" charset="0"/>
            </a:endParaRPr>
          </a:p>
        </p:txBody>
      </p:sp>
      <p:sp>
        <p:nvSpPr>
          <p:cNvPr id="11" name="Rounded Rectangle 10">
            <a:extLst>
              <a:ext uri="{FF2B5EF4-FFF2-40B4-BE49-F238E27FC236}">
                <a16:creationId xmlns:a16="http://schemas.microsoft.com/office/drawing/2014/main" id="{BEAFFB49-D66F-B1DD-54F2-555DF45FBC15}"/>
              </a:ext>
            </a:extLst>
          </p:cNvPr>
          <p:cNvSpPr/>
          <p:nvPr/>
        </p:nvSpPr>
        <p:spPr>
          <a:xfrm>
            <a:off x="6197640"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Правење на проект</a:t>
            </a:r>
            <a:endParaRPr lang="en-US" dirty="0">
              <a:latin typeface="Roboto" pitchFamily="2" charset="0"/>
              <a:ea typeface="Roboto" pitchFamily="2" charset="0"/>
            </a:endParaRPr>
          </a:p>
        </p:txBody>
      </p:sp>
      <p:sp>
        <p:nvSpPr>
          <p:cNvPr id="12" name="Rounded Rectangle 11">
            <a:extLst>
              <a:ext uri="{FF2B5EF4-FFF2-40B4-BE49-F238E27FC236}">
                <a16:creationId xmlns:a16="http://schemas.microsoft.com/office/drawing/2014/main" id="{5551FE0D-1DFE-86AF-043B-9C52BD23FA9B}"/>
              </a:ext>
            </a:extLst>
          </p:cNvPr>
          <p:cNvSpPr/>
          <p:nvPr/>
        </p:nvSpPr>
        <p:spPr>
          <a:xfrm>
            <a:off x="3083898"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Основна идеа</a:t>
            </a:r>
            <a:endParaRPr lang="en-US" dirty="0">
              <a:latin typeface="Roboto" pitchFamily="2" charset="0"/>
              <a:ea typeface="Roboto" pitchFamily="2" charset="0"/>
            </a:endParaRPr>
          </a:p>
        </p:txBody>
      </p:sp>
      <p:sp>
        <p:nvSpPr>
          <p:cNvPr id="14" name="Rounded Rectangle 13">
            <a:extLst>
              <a:ext uri="{FF2B5EF4-FFF2-40B4-BE49-F238E27FC236}">
                <a16:creationId xmlns:a16="http://schemas.microsoft.com/office/drawing/2014/main" id="{61C01795-0617-B2C3-1875-F049C78055AB}"/>
              </a:ext>
            </a:extLst>
          </p:cNvPr>
          <p:cNvSpPr/>
          <p:nvPr/>
        </p:nvSpPr>
        <p:spPr>
          <a:xfrm>
            <a:off x="1527027"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Почеток</a:t>
            </a:r>
            <a:endParaRPr lang="en-US" dirty="0">
              <a:latin typeface="Roboto" pitchFamily="2" charset="0"/>
              <a:ea typeface="Roboto" pitchFamily="2" charset="0"/>
            </a:endParaRPr>
          </a:p>
        </p:txBody>
      </p:sp>
      <p:sp>
        <p:nvSpPr>
          <p:cNvPr id="3" name="TextBox 2">
            <a:extLst>
              <a:ext uri="{FF2B5EF4-FFF2-40B4-BE49-F238E27FC236}">
                <a16:creationId xmlns:a16="http://schemas.microsoft.com/office/drawing/2014/main" id="{7E1250F6-578F-EFC2-119F-820CCBBBE030}"/>
              </a:ext>
            </a:extLst>
          </p:cNvPr>
          <p:cNvSpPr txBox="1"/>
          <p:nvPr/>
        </p:nvSpPr>
        <p:spPr>
          <a:xfrm>
            <a:off x="185331" y="1238231"/>
            <a:ext cx="10264463" cy="646331"/>
          </a:xfrm>
          <a:prstGeom prst="rect">
            <a:avLst/>
          </a:prstGeom>
          <a:noFill/>
        </p:spPr>
        <p:txBody>
          <a:bodyPr wrap="square" rtlCol="0">
            <a:spAutoFit/>
          </a:bodyPr>
          <a:lstStyle/>
          <a:p>
            <a:r>
              <a:rPr lang="en-US" sz="3600" b="1" dirty="0">
                <a:latin typeface="Roboto" pitchFamily="2" charset="0"/>
                <a:ea typeface="Roboto" pitchFamily="2" charset="0"/>
              </a:rPr>
              <a:t>Flask</a:t>
            </a:r>
          </a:p>
        </p:txBody>
      </p:sp>
      <p:sp>
        <p:nvSpPr>
          <p:cNvPr id="4" name="TextBox 3">
            <a:extLst>
              <a:ext uri="{FF2B5EF4-FFF2-40B4-BE49-F238E27FC236}">
                <a16:creationId xmlns:a16="http://schemas.microsoft.com/office/drawing/2014/main" id="{CB8EAFDA-43D6-8AAA-D4CE-EB8FBE055582}"/>
              </a:ext>
            </a:extLst>
          </p:cNvPr>
          <p:cNvSpPr txBox="1"/>
          <p:nvPr/>
        </p:nvSpPr>
        <p:spPr>
          <a:xfrm flipH="1">
            <a:off x="281047" y="1913652"/>
            <a:ext cx="6594766" cy="4524315"/>
          </a:xfrm>
          <a:prstGeom prst="rect">
            <a:avLst/>
          </a:prstGeom>
          <a:noFill/>
        </p:spPr>
        <p:txBody>
          <a:bodyPr wrap="square" rtlCol="0">
            <a:spAutoFit/>
          </a:bodyPr>
          <a:lstStyle/>
          <a:p>
            <a:r>
              <a:rPr lang="en-US" sz="3200" dirty="0">
                <a:latin typeface="Roboto" pitchFamily="2" charset="0"/>
                <a:ea typeface="Roboto" pitchFamily="2" charset="0"/>
              </a:rPr>
              <a:t>Flask</a:t>
            </a:r>
            <a:r>
              <a:rPr lang="mk-MK" sz="3200" dirty="0">
                <a:latin typeface="Roboto" pitchFamily="2" charset="0"/>
                <a:ea typeface="Roboto" pitchFamily="2" charset="0"/>
              </a:rPr>
              <a:t>-</a:t>
            </a:r>
            <a:r>
              <a:rPr lang="mk-MK" sz="3200" dirty="0" err="1">
                <a:latin typeface="Roboto" pitchFamily="2" charset="0"/>
                <a:ea typeface="Roboto" pitchFamily="2" charset="0"/>
              </a:rPr>
              <a:t>от</a:t>
            </a:r>
            <a:r>
              <a:rPr lang="mk-MK" sz="3200" dirty="0">
                <a:latin typeface="Roboto" pitchFamily="2" charset="0"/>
                <a:ea typeface="Roboto" pitchFamily="2" charset="0"/>
              </a:rPr>
              <a:t> е како лепакот што поврзува се заедно. </a:t>
            </a:r>
            <a:r>
              <a:rPr lang="en-US" sz="3200" dirty="0">
                <a:latin typeface="Roboto" pitchFamily="2" charset="0"/>
                <a:ea typeface="Roboto" pitchFamily="2" charset="0"/>
              </a:rPr>
              <a:t>Flask </a:t>
            </a:r>
            <a:r>
              <a:rPr lang="mk-MK" sz="3200" dirty="0">
                <a:latin typeface="Roboto" pitchFamily="2" charset="0"/>
                <a:ea typeface="Roboto" pitchFamily="2" charset="0"/>
              </a:rPr>
              <a:t>е </a:t>
            </a:r>
            <a:r>
              <a:rPr lang="en-US" sz="3200" dirty="0">
                <a:latin typeface="Roboto" pitchFamily="2" charset="0"/>
                <a:ea typeface="Roboto" pitchFamily="2" charset="0"/>
              </a:rPr>
              <a:t>python</a:t>
            </a:r>
            <a:r>
              <a:rPr lang="mk-MK" sz="3200" dirty="0">
                <a:latin typeface="Roboto" pitchFamily="2" charset="0"/>
                <a:ea typeface="Roboto" pitchFamily="2" charset="0"/>
              </a:rPr>
              <a:t> библиотека што се користи за градење на веб-апликации. Со него се создаваат рутите, функциите за рутите и друго. Тој е многу употребуван во мојот проект за создавање на рутите и поврзување на </a:t>
            </a:r>
            <a:r>
              <a:rPr lang="mk-MK" sz="3200" dirty="0" err="1">
                <a:latin typeface="Roboto" pitchFamily="2" charset="0"/>
                <a:ea typeface="Roboto" pitchFamily="2" charset="0"/>
              </a:rPr>
              <a:t>све</a:t>
            </a:r>
            <a:r>
              <a:rPr lang="mk-MK" sz="3200" dirty="0">
                <a:latin typeface="Roboto" pitchFamily="2" charset="0"/>
                <a:ea typeface="Roboto" pitchFamily="2" charset="0"/>
              </a:rPr>
              <a:t>.</a:t>
            </a:r>
            <a:endParaRPr lang="en-US" sz="3200" dirty="0">
              <a:latin typeface="Roboto" pitchFamily="2" charset="0"/>
              <a:ea typeface="Roboto" pitchFamily="2" charset="0"/>
            </a:endParaRPr>
          </a:p>
        </p:txBody>
      </p:sp>
      <p:pic>
        <p:nvPicPr>
          <p:cNvPr id="15" name="Graphic 14">
            <a:extLst>
              <a:ext uri="{FF2B5EF4-FFF2-40B4-BE49-F238E27FC236}">
                <a16:creationId xmlns:a16="http://schemas.microsoft.com/office/drawing/2014/main" id="{42E8450B-848F-80C2-89CE-785749F04C6D}"/>
              </a:ext>
            </a:extLst>
          </p:cNvPr>
          <p:cNvPicPr>
            <a:picLocks noChangeAspect="1"/>
          </p:cNvPicPr>
          <p:nvPr/>
        </p:nvPicPr>
        <p:blipFill>
          <a:blip>
            <a:extLst>
              <a:ext uri="{96DAC541-7B7A-43D3-8B79-37D633B846F1}">
                <asvg:svgBlip xmlns:asvg="http://schemas.microsoft.com/office/drawing/2016/SVG/main" r:embed="rId2"/>
              </a:ext>
            </a:extLst>
          </a:blip>
          <a:srcRect r="57483"/>
          <a:stretch>
            <a:fillRect/>
          </a:stretch>
        </p:blipFill>
        <p:spPr>
          <a:xfrm>
            <a:off x="7131749" y="1394608"/>
            <a:ext cx="4779204" cy="4780998"/>
          </a:xfrm>
          <a:prstGeom prst="rect">
            <a:avLst/>
          </a:prstGeom>
        </p:spPr>
      </p:pic>
    </p:spTree>
    <p:extLst>
      <p:ext uri="{BB962C8B-B14F-4D97-AF65-F5344CB8AC3E}">
        <p14:creationId xmlns:p14="http://schemas.microsoft.com/office/powerpoint/2010/main" val="371370180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3304A"/>
        </a:solidFill>
        <a:effectLst/>
      </p:bgPr>
    </p:bg>
    <p:spTree>
      <p:nvGrpSpPr>
        <p:cNvPr id="1" name="">
          <a:extLst>
            <a:ext uri="{FF2B5EF4-FFF2-40B4-BE49-F238E27FC236}">
              <a16:creationId xmlns:a16="http://schemas.microsoft.com/office/drawing/2014/main" id="{C8EDD4E1-DE29-79C5-5AA9-74E8E73F9BF2}"/>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43CA68B8-1F0E-49E1-0BFC-50FABF9F7AF6}"/>
              </a:ext>
            </a:extLst>
          </p:cNvPr>
          <p:cNvSpPr/>
          <p:nvPr/>
        </p:nvSpPr>
        <p:spPr>
          <a:xfrm>
            <a:off x="6115424" y="172825"/>
            <a:ext cx="1518021" cy="851649"/>
          </a:xfrm>
          <a:prstGeom prst="roundRect">
            <a:avLst/>
          </a:prstGeom>
          <a:solidFill>
            <a:srgbClr val="FFFFA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accent2"/>
                </a:solidFill>
                <a:latin typeface="Roboto" pitchFamily="2" charset="0"/>
                <a:ea typeface="Roboto" pitchFamily="2" charset="0"/>
              </a:rPr>
              <a:t>Правење на проект</a:t>
            </a:r>
          </a:p>
        </p:txBody>
      </p:sp>
      <p:sp>
        <p:nvSpPr>
          <p:cNvPr id="6" name="Rounded Rectangle 5">
            <a:extLst>
              <a:ext uri="{FF2B5EF4-FFF2-40B4-BE49-F238E27FC236}">
                <a16:creationId xmlns:a16="http://schemas.microsoft.com/office/drawing/2014/main" id="{F6766D0B-909B-5C49-741B-2C384CB62C6C}"/>
              </a:ext>
            </a:extLst>
          </p:cNvPr>
          <p:cNvSpPr/>
          <p:nvPr/>
        </p:nvSpPr>
        <p:spPr>
          <a:xfrm>
            <a:off x="9311383"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Заклучок и порака</a:t>
            </a:r>
            <a:endParaRPr lang="en-US" dirty="0">
              <a:latin typeface="Roboto" pitchFamily="2" charset="0"/>
              <a:ea typeface="Roboto" pitchFamily="2" charset="0"/>
            </a:endParaRPr>
          </a:p>
        </p:txBody>
      </p:sp>
      <p:sp>
        <p:nvSpPr>
          <p:cNvPr id="7" name="Rounded Rectangle 6">
            <a:extLst>
              <a:ext uri="{FF2B5EF4-FFF2-40B4-BE49-F238E27FC236}">
                <a16:creationId xmlns:a16="http://schemas.microsoft.com/office/drawing/2014/main" id="{F65B7ADB-5CBE-4AFB-73EB-DDDA6B5FE85E}"/>
              </a:ext>
            </a:extLst>
          </p:cNvPr>
          <p:cNvSpPr/>
          <p:nvPr/>
        </p:nvSpPr>
        <p:spPr>
          <a:xfrm>
            <a:off x="7754511"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Демонстрација</a:t>
            </a:r>
            <a:endParaRPr lang="en-US" dirty="0">
              <a:latin typeface="Roboto" pitchFamily="2" charset="0"/>
              <a:ea typeface="Roboto" pitchFamily="2" charset="0"/>
            </a:endParaRPr>
          </a:p>
        </p:txBody>
      </p:sp>
      <p:sp>
        <p:nvSpPr>
          <p:cNvPr id="11" name="Rounded Rectangle 10">
            <a:extLst>
              <a:ext uri="{FF2B5EF4-FFF2-40B4-BE49-F238E27FC236}">
                <a16:creationId xmlns:a16="http://schemas.microsoft.com/office/drawing/2014/main" id="{63E03EBF-F673-9B12-0640-934FB7755490}"/>
              </a:ext>
            </a:extLst>
          </p:cNvPr>
          <p:cNvSpPr/>
          <p:nvPr/>
        </p:nvSpPr>
        <p:spPr>
          <a:xfrm>
            <a:off x="4640769" y="314217"/>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tx1"/>
                </a:solidFill>
                <a:latin typeface="Roboto" pitchFamily="2" charset="0"/>
                <a:ea typeface="Roboto" pitchFamily="2" charset="0"/>
              </a:rPr>
              <a:t>Наставни единици</a:t>
            </a:r>
          </a:p>
        </p:txBody>
      </p:sp>
      <p:sp>
        <p:nvSpPr>
          <p:cNvPr id="12" name="Rounded Rectangle 11">
            <a:extLst>
              <a:ext uri="{FF2B5EF4-FFF2-40B4-BE49-F238E27FC236}">
                <a16:creationId xmlns:a16="http://schemas.microsoft.com/office/drawing/2014/main" id="{41DBB64E-5504-EF08-51BA-FEF58B29A8D0}"/>
              </a:ext>
            </a:extLst>
          </p:cNvPr>
          <p:cNvSpPr/>
          <p:nvPr/>
        </p:nvSpPr>
        <p:spPr>
          <a:xfrm>
            <a:off x="3083898" y="314217"/>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Основна идеа</a:t>
            </a:r>
            <a:endParaRPr lang="en-US" dirty="0">
              <a:latin typeface="Roboto" pitchFamily="2" charset="0"/>
              <a:ea typeface="Roboto" pitchFamily="2" charset="0"/>
            </a:endParaRPr>
          </a:p>
        </p:txBody>
      </p:sp>
      <p:sp>
        <p:nvSpPr>
          <p:cNvPr id="14" name="Rounded Rectangle 13">
            <a:extLst>
              <a:ext uri="{FF2B5EF4-FFF2-40B4-BE49-F238E27FC236}">
                <a16:creationId xmlns:a16="http://schemas.microsoft.com/office/drawing/2014/main" id="{840B5F07-39CF-315B-E141-BE0E69D24935}"/>
              </a:ext>
            </a:extLst>
          </p:cNvPr>
          <p:cNvSpPr/>
          <p:nvPr/>
        </p:nvSpPr>
        <p:spPr>
          <a:xfrm>
            <a:off x="1527027"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Почеток</a:t>
            </a:r>
            <a:endParaRPr lang="en-US" dirty="0">
              <a:latin typeface="Roboto" pitchFamily="2" charset="0"/>
              <a:ea typeface="Roboto" pitchFamily="2" charset="0"/>
            </a:endParaRPr>
          </a:p>
        </p:txBody>
      </p:sp>
      <p:sp>
        <p:nvSpPr>
          <p:cNvPr id="3" name="TextBox 2">
            <a:extLst>
              <a:ext uri="{FF2B5EF4-FFF2-40B4-BE49-F238E27FC236}">
                <a16:creationId xmlns:a16="http://schemas.microsoft.com/office/drawing/2014/main" id="{ED7BEAA8-A87E-D657-88A9-F2A5B4955632}"/>
              </a:ext>
            </a:extLst>
          </p:cNvPr>
          <p:cNvSpPr txBox="1"/>
          <p:nvPr/>
        </p:nvSpPr>
        <p:spPr>
          <a:xfrm>
            <a:off x="185331" y="1238231"/>
            <a:ext cx="10264463" cy="646331"/>
          </a:xfrm>
          <a:prstGeom prst="rect">
            <a:avLst/>
          </a:prstGeom>
          <a:noFill/>
        </p:spPr>
        <p:txBody>
          <a:bodyPr wrap="square" rtlCol="0">
            <a:spAutoFit/>
          </a:bodyPr>
          <a:lstStyle/>
          <a:p>
            <a:r>
              <a:rPr lang="mk-MK" sz="3600" b="1" dirty="0">
                <a:latin typeface="Roboto" pitchFamily="2" charset="0"/>
                <a:ea typeface="Roboto" pitchFamily="2" charset="0"/>
              </a:rPr>
              <a:t>Како го правев проектот</a:t>
            </a:r>
            <a:endParaRPr lang="en-US" sz="3600" b="1" dirty="0">
              <a:latin typeface="Roboto" pitchFamily="2" charset="0"/>
              <a:ea typeface="Roboto" pitchFamily="2" charset="0"/>
            </a:endParaRPr>
          </a:p>
        </p:txBody>
      </p:sp>
      <p:sp>
        <p:nvSpPr>
          <p:cNvPr id="4" name="TextBox 3">
            <a:extLst>
              <a:ext uri="{FF2B5EF4-FFF2-40B4-BE49-F238E27FC236}">
                <a16:creationId xmlns:a16="http://schemas.microsoft.com/office/drawing/2014/main" id="{C66804AD-617B-9ADC-3A81-1DBFAE3F4021}"/>
              </a:ext>
            </a:extLst>
          </p:cNvPr>
          <p:cNvSpPr txBox="1"/>
          <p:nvPr/>
        </p:nvSpPr>
        <p:spPr>
          <a:xfrm flipH="1">
            <a:off x="281047" y="1913652"/>
            <a:ext cx="6594766" cy="4031873"/>
          </a:xfrm>
          <a:prstGeom prst="rect">
            <a:avLst/>
          </a:prstGeom>
          <a:noFill/>
        </p:spPr>
        <p:txBody>
          <a:bodyPr wrap="square" rtlCol="0">
            <a:spAutoFit/>
          </a:bodyPr>
          <a:lstStyle/>
          <a:p>
            <a:r>
              <a:rPr lang="mk-MK" sz="3200" dirty="0">
                <a:latin typeface="Roboto" pitchFamily="2" charset="0"/>
                <a:ea typeface="Roboto" pitchFamily="2" charset="0"/>
              </a:rPr>
              <a:t>Правејќи го проектот морав да мислам како ќе функционира. Затоа, имав направено основен план по што се водев, каде што мислев како ќе работи програмата. Со ова, програмирањето ми беше многу лесно.</a:t>
            </a:r>
            <a:endParaRPr lang="en-US" sz="3200" dirty="0">
              <a:latin typeface="Roboto" pitchFamily="2" charset="0"/>
              <a:ea typeface="Roboto" pitchFamily="2" charset="0"/>
            </a:endParaRPr>
          </a:p>
        </p:txBody>
      </p:sp>
      <p:sp>
        <p:nvSpPr>
          <p:cNvPr id="9" name="Rounded Rectangle 8">
            <a:extLst>
              <a:ext uri="{FF2B5EF4-FFF2-40B4-BE49-F238E27FC236}">
                <a16:creationId xmlns:a16="http://schemas.microsoft.com/office/drawing/2014/main" id="{5B53AE16-6828-C300-E5A7-EFE1D4B934A2}"/>
              </a:ext>
            </a:extLst>
          </p:cNvPr>
          <p:cNvSpPr/>
          <p:nvPr/>
        </p:nvSpPr>
        <p:spPr>
          <a:xfrm>
            <a:off x="8811392" y="1397075"/>
            <a:ext cx="1853580" cy="103315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t>Корисник внесува информација</a:t>
            </a:r>
            <a:endParaRPr lang="en-US" dirty="0"/>
          </a:p>
        </p:txBody>
      </p:sp>
      <p:sp>
        <p:nvSpPr>
          <p:cNvPr id="10" name="Rounded Rectangle 9">
            <a:extLst>
              <a:ext uri="{FF2B5EF4-FFF2-40B4-BE49-F238E27FC236}">
                <a16:creationId xmlns:a16="http://schemas.microsoft.com/office/drawing/2014/main" id="{31AA671C-1DF9-D8AD-421C-DF8BE94C3CCD}"/>
              </a:ext>
            </a:extLst>
          </p:cNvPr>
          <p:cNvSpPr/>
          <p:nvPr/>
        </p:nvSpPr>
        <p:spPr>
          <a:xfrm>
            <a:off x="8811392" y="3154723"/>
            <a:ext cx="1853580" cy="103315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t>Се процесираат низ </a:t>
            </a:r>
            <a:r>
              <a:rPr lang="en-US" dirty="0"/>
              <a:t>python</a:t>
            </a:r>
          </a:p>
        </p:txBody>
      </p:sp>
      <p:sp>
        <p:nvSpPr>
          <p:cNvPr id="13" name="Rounded Rectangle 12">
            <a:extLst>
              <a:ext uri="{FF2B5EF4-FFF2-40B4-BE49-F238E27FC236}">
                <a16:creationId xmlns:a16="http://schemas.microsoft.com/office/drawing/2014/main" id="{F8A129D4-8A20-1098-3B83-B5FFC280BE45}"/>
              </a:ext>
            </a:extLst>
          </p:cNvPr>
          <p:cNvSpPr/>
          <p:nvPr/>
        </p:nvSpPr>
        <p:spPr>
          <a:xfrm>
            <a:off x="7754511" y="4912371"/>
            <a:ext cx="1853580" cy="103315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t>Излез на корисник</a:t>
            </a:r>
            <a:endParaRPr lang="en-US" dirty="0"/>
          </a:p>
        </p:txBody>
      </p:sp>
      <p:sp>
        <p:nvSpPr>
          <p:cNvPr id="15" name="Rounded Rectangle 14">
            <a:extLst>
              <a:ext uri="{FF2B5EF4-FFF2-40B4-BE49-F238E27FC236}">
                <a16:creationId xmlns:a16="http://schemas.microsoft.com/office/drawing/2014/main" id="{DE1E208D-3774-E43A-9622-F39EEE332BE1}"/>
              </a:ext>
            </a:extLst>
          </p:cNvPr>
          <p:cNvSpPr/>
          <p:nvPr/>
        </p:nvSpPr>
        <p:spPr>
          <a:xfrm>
            <a:off x="9988177" y="4912371"/>
            <a:ext cx="1853580" cy="103315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t>Внес во табели</a:t>
            </a:r>
            <a:endParaRPr lang="en-US" dirty="0"/>
          </a:p>
        </p:txBody>
      </p:sp>
      <p:sp>
        <p:nvSpPr>
          <p:cNvPr id="16" name="Down Arrow 15">
            <a:extLst>
              <a:ext uri="{FF2B5EF4-FFF2-40B4-BE49-F238E27FC236}">
                <a16:creationId xmlns:a16="http://schemas.microsoft.com/office/drawing/2014/main" id="{5103E05D-3A47-CF93-783A-0CC893813C3F}"/>
              </a:ext>
            </a:extLst>
          </p:cNvPr>
          <p:cNvSpPr/>
          <p:nvPr/>
        </p:nvSpPr>
        <p:spPr>
          <a:xfrm rot="1641636">
            <a:off x="9108100" y="4288866"/>
            <a:ext cx="249995" cy="52251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own Arrow 18">
            <a:extLst>
              <a:ext uri="{FF2B5EF4-FFF2-40B4-BE49-F238E27FC236}">
                <a16:creationId xmlns:a16="http://schemas.microsoft.com/office/drawing/2014/main" id="{94549DDB-2D72-6DE7-E684-00EE33C49DD6}"/>
              </a:ext>
            </a:extLst>
          </p:cNvPr>
          <p:cNvSpPr/>
          <p:nvPr/>
        </p:nvSpPr>
        <p:spPr>
          <a:xfrm rot="20520000">
            <a:off x="10324797" y="4286484"/>
            <a:ext cx="249995" cy="52251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Down Arrow 19">
            <a:extLst>
              <a:ext uri="{FF2B5EF4-FFF2-40B4-BE49-F238E27FC236}">
                <a16:creationId xmlns:a16="http://schemas.microsoft.com/office/drawing/2014/main" id="{E125F24B-3463-7D79-CD5F-04F9E4691C3F}"/>
              </a:ext>
            </a:extLst>
          </p:cNvPr>
          <p:cNvSpPr/>
          <p:nvPr/>
        </p:nvSpPr>
        <p:spPr>
          <a:xfrm>
            <a:off x="9608091" y="2502997"/>
            <a:ext cx="249995" cy="52251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521238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3304A"/>
        </a:solidFill>
        <a:effectLst/>
      </p:bgPr>
    </p:bg>
    <p:spTree>
      <p:nvGrpSpPr>
        <p:cNvPr id="1" name="">
          <a:extLst>
            <a:ext uri="{FF2B5EF4-FFF2-40B4-BE49-F238E27FC236}">
              <a16:creationId xmlns:a16="http://schemas.microsoft.com/office/drawing/2014/main" id="{FA0A1CF7-324A-3FFE-9982-0946FC4E6CEA}"/>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BD330398-EEA0-2482-CA18-7181D886F721}"/>
              </a:ext>
            </a:extLst>
          </p:cNvPr>
          <p:cNvSpPr/>
          <p:nvPr/>
        </p:nvSpPr>
        <p:spPr>
          <a:xfrm>
            <a:off x="6115424" y="172825"/>
            <a:ext cx="1518021" cy="851649"/>
          </a:xfrm>
          <a:prstGeom prst="roundRect">
            <a:avLst/>
          </a:prstGeom>
          <a:solidFill>
            <a:srgbClr val="FFFFA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accent2"/>
                </a:solidFill>
                <a:latin typeface="Roboto" pitchFamily="2" charset="0"/>
                <a:ea typeface="Roboto" pitchFamily="2" charset="0"/>
              </a:rPr>
              <a:t>Правење на проект</a:t>
            </a:r>
          </a:p>
        </p:txBody>
      </p:sp>
      <p:sp>
        <p:nvSpPr>
          <p:cNvPr id="6" name="Rounded Rectangle 5">
            <a:extLst>
              <a:ext uri="{FF2B5EF4-FFF2-40B4-BE49-F238E27FC236}">
                <a16:creationId xmlns:a16="http://schemas.microsoft.com/office/drawing/2014/main" id="{91A03F8B-581F-85D5-B562-A66574FB1919}"/>
              </a:ext>
            </a:extLst>
          </p:cNvPr>
          <p:cNvSpPr/>
          <p:nvPr/>
        </p:nvSpPr>
        <p:spPr>
          <a:xfrm>
            <a:off x="9311383"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Заклучок и порака</a:t>
            </a:r>
            <a:endParaRPr lang="en-US" dirty="0">
              <a:latin typeface="Roboto" pitchFamily="2" charset="0"/>
              <a:ea typeface="Roboto" pitchFamily="2" charset="0"/>
            </a:endParaRPr>
          </a:p>
        </p:txBody>
      </p:sp>
      <p:sp>
        <p:nvSpPr>
          <p:cNvPr id="7" name="Rounded Rectangle 6">
            <a:extLst>
              <a:ext uri="{FF2B5EF4-FFF2-40B4-BE49-F238E27FC236}">
                <a16:creationId xmlns:a16="http://schemas.microsoft.com/office/drawing/2014/main" id="{E602E42C-5063-3D51-617D-12E21985DFA8}"/>
              </a:ext>
            </a:extLst>
          </p:cNvPr>
          <p:cNvSpPr/>
          <p:nvPr/>
        </p:nvSpPr>
        <p:spPr>
          <a:xfrm>
            <a:off x="7754511"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Демонстрација</a:t>
            </a:r>
            <a:endParaRPr lang="en-US" dirty="0">
              <a:latin typeface="Roboto" pitchFamily="2" charset="0"/>
              <a:ea typeface="Roboto" pitchFamily="2" charset="0"/>
            </a:endParaRPr>
          </a:p>
        </p:txBody>
      </p:sp>
      <p:sp>
        <p:nvSpPr>
          <p:cNvPr id="11" name="Rounded Rectangle 10">
            <a:extLst>
              <a:ext uri="{FF2B5EF4-FFF2-40B4-BE49-F238E27FC236}">
                <a16:creationId xmlns:a16="http://schemas.microsoft.com/office/drawing/2014/main" id="{F5AEB66F-5A2A-CF7A-6FA6-F9AD7BD9BE00}"/>
              </a:ext>
            </a:extLst>
          </p:cNvPr>
          <p:cNvSpPr/>
          <p:nvPr/>
        </p:nvSpPr>
        <p:spPr>
          <a:xfrm>
            <a:off x="4640769" y="314217"/>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tx1"/>
                </a:solidFill>
                <a:latin typeface="Roboto" pitchFamily="2" charset="0"/>
                <a:ea typeface="Roboto" pitchFamily="2" charset="0"/>
              </a:rPr>
              <a:t>Наставни единици</a:t>
            </a:r>
          </a:p>
        </p:txBody>
      </p:sp>
      <p:sp>
        <p:nvSpPr>
          <p:cNvPr id="12" name="Rounded Rectangle 11">
            <a:extLst>
              <a:ext uri="{FF2B5EF4-FFF2-40B4-BE49-F238E27FC236}">
                <a16:creationId xmlns:a16="http://schemas.microsoft.com/office/drawing/2014/main" id="{4700E5FD-132D-A9CF-11BF-08553308F40A}"/>
              </a:ext>
            </a:extLst>
          </p:cNvPr>
          <p:cNvSpPr/>
          <p:nvPr/>
        </p:nvSpPr>
        <p:spPr>
          <a:xfrm>
            <a:off x="3083898" y="314217"/>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Основна идеа</a:t>
            </a:r>
            <a:endParaRPr lang="en-US" dirty="0">
              <a:latin typeface="Roboto" pitchFamily="2" charset="0"/>
              <a:ea typeface="Roboto" pitchFamily="2" charset="0"/>
            </a:endParaRPr>
          </a:p>
        </p:txBody>
      </p:sp>
      <p:sp>
        <p:nvSpPr>
          <p:cNvPr id="14" name="Rounded Rectangle 13">
            <a:extLst>
              <a:ext uri="{FF2B5EF4-FFF2-40B4-BE49-F238E27FC236}">
                <a16:creationId xmlns:a16="http://schemas.microsoft.com/office/drawing/2014/main" id="{848F4421-9484-1E23-9190-0ACE4E83D485}"/>
              </a:ext>
            </a:extLst>
          </p:cNvPr>
          <p:cNvSpPr/>
          <p:nvPr/>
        </p:nvSpPr>
        <p:spPr>
          <a:xfrm>
            <a:off x="1527027"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Почеток</a:t>
            </a:r>
            <a:endParaRPr lang="en-US" dirty="0">
              <a:latin typeface="Roboto" pitchFamily="2" charset="0"/>
              <a:ea typeface="Roboto" pitchFamily="2" charset="0"/>
            </a:endParaRPr>
          </a:p>
        </p:txBody>
      </p:sp>
      <p:sp>
        <p:nvSpPr>
          <p:cNvPr id="3" name="TextBox 2">
            <a:extLst>
              <a:ext uri="{FF2B5EF4-FFF2-40B4-BE49-F238E27FC236}">
                <a16:creationId xmlns:a16="http://schemas.microsoft.com/office/drawing/2014/main" id="{A16275AE-49F4-E453-9B32-F64427FE070A}"/>
              </a:ext>
            </a:extLst>
          </p:cNvPr>
          <p:cNvSpPr txBox="1"/>
          <p:nvPr/>
        </p:nvSpPr>
        <p:spPr>
          <a:xfrm>
            <a:off x="185331" y="1238231"/>
            <a:ext cx="10264463" cy="646331"/>
          </a:xfrm>
          <a:prstGeom prst="rect">
            <a:avLst/>
          </a:prstGeom>
          <a:noFill/>
        </p:spPr>
        <p:txBody>
          <a:bodyPr wrap="square" rtlCol="0">
            <a:spAutoFit/>
          </a:bodyPr>
          <a:lstStyle/>
          <a:p>
            <a:r>
              <a:rPr lang="mk-MK" sz="3600" b="1" dirty="0">
                <a:latin typeface="Roboto" pitchFamily="2" charset="0"/>
                <a:ea typeface="Roboto" pitchFamily="2" charset="0"/>
              </a:rPr>
              <a:t>Како функционира</a:t>
            </a:r>
            <a:endParaRPr lang="en-US" sz="3600" b="1" dirty="0">
              <a:latin typeface="Roboto" pitchFamily="2" charset="0"/>
              <a:ea typeface="Roboto" pitchFamily="2" charset="0"/>
            </a:endParaRPr>
          </a:p>
        </p:txBody>
      </p:sp>
      <p:sp>
        <p:nvSpPr>
          <p:cNvPr id="4" name="TextBox 3">
            <a:extLst>
              <a:ext uri="{FF2B5EF4-FFF2-40B4-BE49-F238E27FC236}">
                <a16:creationId xmlns:a16="http://schemas.microsoft.com/office/drawing/2014/main" id="{EA1E96BB-0F8C-757C-D411-6BDBE00C5D70}"/>
              </a:ext>
            </a:extLst>
          </p:cNvPr>
          <p:cNvSpPr txBox="1"/>
          <p:nvPr/>
        </p:nvSpPr>
        <p:spPr>
          <a:xfrm flipH="1">
            <a:off x="281047" y="1913652"/>
            <a:ext cx="6309758" cy="4031873"/>
          </a:xfrm>
          <a:prstGeom prst="rect">
            <a:avLst/>
          </a:prstGeom>
          <a:noFill/>
        </p:spPr>
        <p:txBody>
          <a:bodyPr wrap="square" rtlCol="0">
            <a:spAutoFit/>
          </a:bodyPr>
          <a:lstStyle/>
          <a:p>
            <a:r>
              <a:rPr lang="mk-MK" sz="3200" dirty="0">
                <a:latin typeface="Roboto" pitchFamily="2" charset="0"/>
                <a:ea typeface="Roboto" pitchFamily="2" charset="0"/>
              </a:rPr>
              <a:t>Прво, се добиваат податоци од табелите, па потоа се процесираат во </a:t>
            </a:r>
            <a:r>
              <a:rPr lang="en-US" sz="3200" dirty="0">
                <a:latin typeface="Roboto" pitchFamily="2" charset="0"/>
                <a:ea typeface="Roboto" pitchFamily="2" charset="0"/>
              </a:rPr>
              <a:t>python</a:t>
            </a:r>
            <a:r>
              <a:rPr lang="mk-MK" sz="3200" dirty="0">
                <a:latin typeface="Roboto" pitchFamily="2" charset="0"/>
                <a:ea typeface="Roboto" pitchFamily="2" charset="0"/>
              </a:rPr>
              <a:t>, па се и се прикажуваат во </a:t>
            </a:r>
            <a:r>
              <a:rPr lang="en-US" sz="3200" dirty="0">
                <a:latin typeface="Roboto" pitchFamily="2" charset="0"/>
                <a:ea typeface="Roboto" pitchFamily="2" charset="0"/>
              </a:rPr>
              <a:t>HTML</a:t>
            </a:r>
            <a:r>
              <a:rPr lang="mk-MK" sz="3200" dirty="0">
                <a:latin typeface="Roboto" pitchFamily="2" charset="0"/>
                <a:ea typeface="Roboto" pitchFamily="2" charset="0"/>
              </a:rPr>
              <a:t>. Потоа, се добива внес од корисник, и се процесира во </a:t>
            </a:r>
            <a:r>
              <a:rPr lang="en-US" sz="3200" dirty="0">
                <a:latin typeface="Roboto" pitchFamily="2" charset="0"/>
                <a:ea typeface="Roboto" pitchFamily="2" charset="0"/>
              </a:rPr>
              <a:t>python</a:t>
            </a:r>
            <a:r>
              <a:rPr lang="mk-MK" sz="3200" dirty="0">
                <a:latin typeface="Roboto" pitchFamily="2" charset="0"/>
                <a:ea typeface="Roboto" pitchFamily="2" charset="0"/>
              </a:rPr>
              <a:t>, и ако треба се запишува во табела.</a:t>
            </a:r>
            <a:endParaRPr lang="en-US" sz="3200" dirty="0">
              <a:latin typeface="Roboto" pitchFamily="2" charset="0"/>
              <a:ea typeface="Roboto" pitchFamily="2" charset="0"/>
            </a:endParaRPr>
          </a:p>
        </p:txBody>
      </p:sp>
      <p:graphicFrame>
        <p:nvGraphicFramePr>
          <p:cNvPr id="2" name="Diagram 1">
            <a:extLst>
              <a:ext uri="{FF2B5EF4-FFF2-40B4-BE49-F238E27FC236}">
                <a16:creationId xmlns:a16="http://schemas.microsoft.com/office/drawing/2014/main" id="{E534D638-8063-1C48-AF51-745F89EEACD3}"/>
              </a:ext>
            </a:extLst>
          </p:cNvPr>
          <p:cNvGraphicFramePr/>
          <p:nvPr>
            <p:extLst>
              <p:ext uri="{D42A27DB-BD31-4B8C-83A1-F6EECF244321}">
                <p14:modId xmlns:p14="http://schemas.microsoft.com/office/powerpoint/2010/main" val="3188453193"/>
              </p:ext>
            </p:extLst>
          </p:nvPr>
        </p:nvGraphicFramePr>
        <p:xfrm>
          <a:off x="5044100" y="1238231"/>
          <a:ext cx="8128000" cy="54186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TextBox 7">
            <a:extLst>
              <a:ext uri="{FF2B5EF4-FFF2-40B4-BE49-F238E27FC236}">
                <a16:creationId xmlns:a16="http://schemas.microsoft.com/office/drawing/2014/main" id="{B2BC1631-E455-18F9-E904-EEB5DFEDE2F8}"/>
              </a:ext>
            </a:extLst>
          </p:cNvPr>
          <p:cNvSpPr txBox="1"/>
          <p:nvPr/>
        </p:nvSpPr>
        <p:spPr>
          <a:xfrm>
            <a:off x="8005929" y="3065008"/>
            <a:ext cx="2204342" cy="1107996"/>
          </a:xfrm>
          <a:prstGeom prst="rect">
            <a:avLst/>
          </a:prstGeom>
          <a:noFill/>
        </p:spPr>
        <p:txBody>
          <a:bodyPr wrap="square" rtlCol="0">
            <a:spAutoFit/>
          </a:bodyPr>
          <a:lstStyle/>
          <a:p>
            <a:pPr algn="ctr"/>
            <a:r>
              <a:rPr lang="en-US" sz="6600" b="1" dirty="0">
                <a:latin typeface="Roboto" pitchFamily="2" charset="0"/>
                <a:ea typeface="Roboto" pitchFamily="2" charset="0"/>
              </a:rPr>
              <a:t>Flask</a:t>
            </a:r>
          </a:p>
        </p:txBody>
      </p:sp>
    </p:spTree>
    <p:extLst>
      <p:ext uri="{BB962C8B-B14F-4D97-AF65-F5344CB8AC3E}">
        <p14:creationId xmlns:p14="http://schemas.microsoft.com/office/powerpoint/2010/main" val="74224800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3304A"/>
        </a:solidFill>
        <a:effectLst/>
      </p:bgPr>
    </p:bg>
    <p:spTree>
      <p:nvGrpSpPr>
        <p:cNvPr id="1" name="">
          <a:extLst>
            <a:ext uri="{FF2B5EF4-FFF2-40B4-BE49-F238E27FC236}">
              <a16:creationId xmlns:a16="http://schemas.microsoft.com/office/drawing/2014/main" id="{DE181975-9436-E1E3-523D-A8D0DA092909}"/>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1E8CE4DD-D2C1-8F84-4682-9F70B092B1C6}"/>
              </a:ext>
            </a:extLst>
          </p:cNvPr>
          <p:cNvSpPr/>
          <p:nvPr/>
        </p:nvSpPr>
        <p:spPr>
          <a:xfrm>
            <a:off x="7669551" y="172826"/>
            <a:ext cx="1518021" cy="851649"/>
          </a:xfrm>
          <a:prstGeom prst="roundRect">
            <a:avLst/>
          </a:prstGeom>
          <a:solidFill>
            <a:srgbClr val="FFFFA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accent2"/>
                </a:solidFill>
                <a:latin typeface="Roboto" pitchFamily="2" charset="0"/>
                <a:ea typeface="Roboto" pitchFamily="2" charset="0"/>
              </a:rPr>
              <a:t>Демонстрација</a:t>
            </a:r>
            <a:endParaRPr lang="en-US" dirty="0">
              <a:solidFill>
                <a:schemeClr val="accent2"/>
              </a:solidFill>
              <a:latin typeface="Roboto" pitchFamily="2" charset="0"/>
              <a:ea typeface="Roboto" pitchFamily="2" charset="0"/>
            </a:endParaRPr>
          </a:p>
        </p:txBody>
      </p:sp>
      <p:sp>
        <p:nvSpPr>
          <p:cNvPr id="6" name="Rounded Rectangle 5">
            <a:extLst>
              <a:ext uri="{FF2B5EF4-FFF2-40B4-BE49-F238E27FC236}">
                <a16:creationId xmlns:a16="http://schemas.microsoft.com/office/drawing/2014/main" id="{5A68F3C7-8932-9598-23D6-04838B3D5E43}"/>
              </a:ext>
            </a:extLst>
          </p:cNvPr>
          <p:cNvSpPr/>
          <p:nvPr/>
        </p:nvSpPr>
        <p:spPr>
          <a:xfrm>
            <a:off x="9311383"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Заклучок и порака</a:t>
            </a:r>
            <a:endParaRPr lang="en-US" dirty="0">
              <a:latin typeface="Roboto" pitchFamily="2" charset="0"/>
              <a:ea typeface="Roboto" pitchFamily="2" charset="0"/>
            </a:endParaRPr>
          </a:p>
        </p:txBody>
      </p:sp>
      <p:sp>
        <p:nvSpPr>
          <p:cNvPr id="9" name="Rounded Rectangle 8">
            <a:extLst>
              <a:ext uri="{FF2B5EF4-FFF2-40B4-BE49-F238E27FC236}">
                <a16:creationId xmlns:a16="http://schemas.microsoft.com/office/drawing/2014/main" id="{6D659A11-5424-DBD5-C8AF-6FCE8BFA2294}"/>
              </a:ext>
            </a:extLst>
          </p:cNvPr>
          <p:cNvSpPr/>
          <p:nvPr/>
        </p:nvSpPr>
        <p:spPr>
          <a:xfrm>
            <a:off x="4640769"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Наставни единици</a:t>
            </a:r>
            <a:endParaRPr lang="en-US" dirty="0">
              <a:latin typeface="Roboto" pitchFamily="2" charset="0"/>
              <a:ea typeface="Roboto" pitchFamily="2" charset="0"/>
            </a:endParaRPr>
          </a:p>
        </p:txBody>
      </p:sp>
      <p:sp>
        <p:nvSpPr>
          <p:cNvPr id="11" name="Rounded Rectangle 10">
            <a:extLst>
              <a:ext uri="{FF2B5EF4-FFF2-40B4-BE49-F238E27FC236}">
                <a16:creationId xmlns:a16="http://schemas.microsoft.com/office/drawing/2014/main" id="{FB39F543-C82B-09CC-233E-99AA7C891C7D}"/>
              </a:ext>
            </a:extLst>
          </p:cNvPr>
          <p:cNvSpPr/>
          <p:nvPr/>
        </p:nvSpPr>
        <p:spPr>
          <a:xfrm>
            <a:off x="6197640"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Правење на проект</a:t>
            </a:r>
            <a:endParaRPr lang="en-US" dirty="0">
              <a:latin typeface="Roboto" pitchFamily="2" charset="0"/>
              <a:ea typeface="Roboto" pitchFamily="2" charset="0"/>
            </a:endParaRPr>
          </a:p>
        </p:txBody>
      </p:sp>
      <p:sp>
        <p:nvSpPr>
          <p:cNvPr id="12" name="Rounded Rectangle 11">
            <a:extLst>
              <a:ext uri="{FF2B5EF4-FFF2-40B4-BE49-F238E27FC236}">
                <a16:creationId xmlns:a16="http://schemas.microsoft.com/office/drawing/2014/main" id="{5C3603ED-EF7F-5597-088D-F114DF8CEA29}"/>
              </a:ext>
            </a:extLst>
          </p:cNvPr>
          <p:cNvSpPr/>
          <p:nvPr/>
        </p:nvSpPr>
        <p:spPr>
          <a:xfrm>
            <a:off x="3083898"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Основна идеа</a:t>
            </a:r>
            <a:endParaRPr lang="en-US" dirty="0">
              <a:latin typeface="Roboto" pitchFamily="2" charset="0"/>
              <a:ea typeface="Roboto" pitchFamily="2" charset="0"/>
            </a:endParaRPr>
          </a:p>
        </p:txBody>
      </p:sp>
      <p:sp>
        <p:nvSpPr>
          <p:cNvPr id="14" name="Rounded Rectangle 13">
            <a:extLst>
              <a:ext uri="{FF2B5EF4-FFF2-40B4-BE49-F238E27FC236}">
                <a16:creationId xmlns:a16="http://schemas.microsoft.com/office/drawing/2014/main" id="{43DC5FC2-3A61-AE61-B523-53D68BA575FF}"/>
              </a:ext>
            </a:extLst>
          </p:cNvPr>
          <p:cNvSpPr/>
          <p:nvPr/>
        </p:nvSpPr>
        <p:spPr>
          <a:xfrm>
            <a:off x="1527027"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Почеток</a:t>
            </a:r>
            <a:endParaRPr lang="en-US" dirty="0">
              <a:latin typeface="Roboto" pitchFamily="2" charset="0"/>
              <a:ea typeface="Roboto" pitchFamily="2" charset="0"/>
            </a:endParaRPr>
          </a:p>
        </p:txBody>
      </p:sp>
      <p:sp>
        <p:nvSpPr>
          <p:cNvPr id="16" name="TextBox 15">
            <a:extLst>
              <a:ext uri="{FF2B5EF4-FFF2-40B4-BE49-F238E27FC236}">
                <a16:creationId xmlns:a16="http://schemas.microsoft.com/office/drawing/2014/main" id="{C35DD5F7-2028-281F-8BD8-17E5491EDBDC}"/>
              </a:ext>
            </a:extLst>
          </p:cNvPr>
          <p:cNvSpPr txBox="1"/>
          <p:nvPr/>
        </p:nvSpPr>
        <p:spPr>
          <a:xfrm>
            <a:off x="3250504" y="2066795"/>
            <a:ext cx="184731" cy="369332"/>
          </a:xfrm>
          <a:prstGeom prst="rect">
            <a:avLst/>
          </a:prstGeom>
          <a:noFill/>
        </p:spPr>
        <p:txBody>
          <a:bodyPr wrap="none" rtlCol="0">
            <a:spAutoFit/>
          </a:bodyPr>
          <a:lstStyle/>
          <a:p>
            <a:endParaRPr lang="en-US" dirty="0">
              <a:latin typeface="Roboto" pitchFamily="2" charset="0"/>
              <a:ea typeface="Roboto" pitchFamily="2" charset="0"/>
            </a:endParaRPr>
          </a:p>
        </p:txBody>
      </p:sp>
      <p:pic>
        <p:nvPicPr>
          <p:cNvPr id="3" name="Picture 2">
            <a:extLst>
              <a:ext uri="{FF2B5EF4-FFF2-40B4-BE49-F238E27FC236}">
                <a16:creationId xmlns:a16="http://schemas.microsoft.com/office/drawing/2014/main" id="{18584AE0-2505-A284-FC30-4B611D1E3010}"/>
              </a:ext>
            </a:extLst>
          </p:cNvPr>
          <p:cNvPicPr>
            <a:picLocks noChangeAspect="1"/>
          </p:cNvPicPr>
          <p:nvPr/>
        </p:nvPicPr>
        <p:blipFill>
          <a:blip r:embed="rId2"/>
          <a:stretch>
            <a:fillRect/>
          </a:stretch>
        </p:blipFill>
        <p:spPr>
          <a:xfrm>
            <a:off x="7333372" y="1866111"/>
            <a:ext cx="3708400" cy="3695700"/>
          </a:xfrm>
          <a:prstGeom prst="rect">
            <a:avLst/>
          </a:prstGeom>
        </p:spPr>
      </p:pic>
      <p:sp>
        <p:nvSpPr>
          <p:cNvPr id="4" name="TextBox 3">
            <a:extLst>
              <a:ext uri="{FF2B5EF4-FFF2-40B4-BE49-F238E27FC236}">
                <a16:creationId xmlns:a16="http://schemas.microsoft.com/office/drawing/2014/main" id="{5D31EF9D-010E-7ACE-8778-F96BA17A8191}"/>
              </a:ext>
            </a:extLst>
          </p:cNvPr>
          <p:cNvSpPr txBox="1"/>
          <p:nvPr/>
        </p:nvSpPr>
        <p:spPr>
          <a:xfrm>
            <a:off x="185331" y="1238231"/>
            <a:ext cx="10264463" cy="646331"/>
          </a:xfrm>
          <a:prstGeom prst="rect">
            <a:avLst/>
          </a:prstGeom>
          <a:noFill/>
        </p:spPr>
        <p:txBody>
          <a:bodyPr wrap="square" rtlCol="0">
            <a:spAutoFit/>
          </a:bodyPr>
          <a:lstStyle/>
          <a:p>
            <a:r>
              <a:rPr lang="mk-MK" sz="3600" b="1" dirty="0">
                <a:latin typeface="Roboto" pitchFamily="2" charset="0"/>
                <a:ea typeface="Roboto" pitchFamily="2" charset="0"/>
              </a:rPr>
              <a:t>И вие може да пристапите!</a:t>
            </a:r>
            <a:endParaRPr lang="en-US" sz="3600" b="1" dirty="0">
              <a:latin typeface="Roboto" pitchFamily="2" charset="0"/>
              <a:ea typeface="Roboto" pitchFamily="2" charset="0"/>
            </a:endParaRPr>
          </a:p>
        </p:txBody>
      </p:sp>
      <p:sp>
        <p:nvSpPr>
          <p:cNvPr id="8" name="TextBox 7">
            <a:extLst>
              <a:ext uri="{FF2B5EF4-FFF2-40B4-BE49-F238E27FC236}">
                <a16:creationId xmlns:a16="http://schemas.microsoft.com/office/drawing/2014/main" id="{7A4FD411-DCBE-9DA2-2C54-710DD4FB92D2}"/>
              </a:ext>
            </a:extLst>
          </p:cNvPr>
          <p:cNvSpPr txBox="1"/>
          <p:nvPr/>
        </p:nvSpPr>
        <p:spPr>
          <a:xfrm flipH="1">
            <a:off x="281047" y="1913652"/>
            <a:ext cx="6594766" cy="2062103"/>
          </a:xfrm>
          <a:prstGeom prst="rect">
            <a:avLst/>
          </a:prstGeom>
          <a:noFill/>
        </p:spPr>
        <p:txBody>
          <a:bodyPr wrap="square" rtlCol="0">
            <a:spAutoFit/>
          </a:bodyPr>
          <a:lstStyle/>
          <a:p>
            <a:r>
              <a:rPr lang="mk-MK" sz="3200" dirty="0">
                <a:latin typeface="Roboto" pitchFamily="2" charset="0"/>
                <a:ea typeface="Roboto" pitchFamily="2" charset="0"/>
              </a:rPr>
              <a:t>Можете да идете на </a:t>
            </a:r>
            <a:r>
              <a:rPr lang="en-US" sz="3200" dirty="0" err="1">
                <a:latin typeface="Roboto" pitchFamily="2" charset="0"/>
                <a:ea typeface="Roboto" pitchFamily="2" charset="0"/>
              </a:rPr>
              <a:t>final.nestorovski.com</a:t>
            </a:r>
            <a:r>
              <a:rPr lang="en-US" sz="3200" dirty="0">
                <a:latin typeface="Roboto" pitchFamily="2" charset="0"/>
                <a:ea typeface="Roboto" pitchFamily="2" charset="0"/>
              </a:rPr>
              <a:t> </a:t>
            </a:r>
            <a:r>
              <a:rPr lang="mk-MK" sz="3200" dirty="0">
                <a:latin typeface="Roboto" pitchFamily="2" charset="0"/>
                <a:ea typeface="Roboto" pitchFamily="2" charset="0"/>
              </a:rPr>
              <a:t>или да го скенирате </a:t>
            </a:r>
            <a:r>
              <a:rPr lang="en-US" sz="3200" dirty="0">
                <a:latin typeface="Roboto" pitchFamily="2" charset="0"/>
                <a:ea typeface="Roboto" pitchFamily="2" charset="0"/>
              </a:rPr>
              <a:t>QR</a:t>
            </a:r>
            <a:r>
              <a:rPr lang="mk-MK" sz="3200" dirty="0">
                <a:latin typeface="Roboto" pitchFamily="2" charset="0"/>
                <a:ea typeface="Roboto" pitchFamily="2" charset="0"/>
              </a:rPr>
              <a:t> – кодот да пристапите!</a:t>
            </a:r>
            <a:endParaRPr lang="en-US" sz="3200" dirty="0">
              <a:latin typeface="Roboto" pitchFamily="2" charset="0"/>
              <a:ea typeface="Roboto" pitchFamily="2" charset="0"/>
            </a:endParaRPr>
          </a:p>
        </p:txBody>
      </p:sp>
    </p:spTree>
    <p:extLst>
      <p:ext uri="{BB962C8B-B14F-4D97-AF65-F5344CB8AC3E}">
        <p14:creationId xmlns:p14="http://schemas.microsoft.com/office/powerpoint/2010/main" val="33215760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3304A"/>
        </a:solidFill>
        <a:effectLst/>
      </p:bgPr>
    </p:bg>
    <p:spTree>
      <p:nvGrpSpPr>
        <p:cNvPr id="1" name="">
          <a:extLst>
            <a:ext uri="{FF2B5EF4-FFF2-40B4-BE49-F238E27FC236}">
              <a16:creationId xmlns:a16="http://schemas.microsoft.com/office/drawing/2014/main" id="{14C8EBF7-15D5-23C6-ED30-7F4186BBB1FF}"/>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CD253B8E-64EA-F316-5EAB-B398A16D3037}"/>
              </a:ext>
            </a:extLst>
          </p:cNvPr>
          <p:cNvSpPr/>
          <p:nvPr/>
        </p:nvSpPr>
        <p:spPr>
          <a:xfrm>
            <a:off x="9311382" y="172826"/>
            <a:ext cx="1518021" cy="851649"/>
          </a:xfrm>
          <a:prstGeom prst="roundRect">
            <a:avLst/>
          </a:prstGeom>
          <a:solidFill>
            <a:srgbClr val="FFFFA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solidFill>
                  <a:schemeClr val="accent2"/>
                </a:solidFill>
                <a:latin typeface="Roboto" pitchFamily="2" charset="0"/>
                <a:ea typeface="Roboto" pitchFamily="2" charset="0"/>
              </a:rPr>
              <a:t>Заклучок и порака</a:t>
            </a:r>
          </a:p>
        </p:txBody>
      </p:sp>
      <p:sp>
        <p:nvSpPr>
          <p:cNvPr id="6" name="Rounded Rectangle 5">
            <a:extLst>
              <a:ext uri="{FF2B5EF4-FFF2-40B4-BE49-F238E27FC236}">
                <a16:creationId xmlns:a16="http://schemas.microsoft.com/office/drawing/2014/main" id="{E27FBB78-4586-6F56-374B-73DF1B72D35F}"/>
              </a:ext>
            </a:extLst>
          </p:cNvPr>
          <p:cNvSpPr/>
          <p:nvPr/>
        </p:nvSpPr>
        <p:spPr>
          <a:xfrm>
            <a:off x="7754511"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Демонстрација</a:t>
            </a:r>
            <a:endParaRPr lang="en-US" dirty="0">
              <a:latin typeface="Roboto" pitchFamily="2" charset="0"/>
              <a:ea typeface="Roboto" pitchFamily="2" charset="0"/>
            </a:endParaRPr>
          </a:p>
        </p:txBody>
      </p:sp>
      <p:sp>
        <p:nvSpPr>
          <p:cNvPr id="11" name="Rounded Rectangle 10">
            <a:extLst>
              <a:ext uri="{FF2B5EF4-FFF2-40B4-BE49-F238E27FC236}">
                <a16:creationId xmlns:a16="http://schemas.microsoft.com/office/drawing/2014/main" id="{BC0234BD-8B8C-DFE0-A000-07952563B276}"/>
              </a:ext>
            </a:extLst>
          </p:cNvPr>
          <p:cNvSpPr/>
          <p:nvPr/>
        </p:nvSpPr>
        <p:spPr>
          <a:xfrm>
            <a:off x="6197640"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Правење на проект</a:t>
            </a:r>
            <a:endParaRPr lang="en-US" dirty="0">
              <a:latin typeface="Roboto" pitchFamily="2" charset="0"/>
              <a:ea typeface="Roboto" pitchFamily="2" charset="0"/>
            </a:endParaRPr>
          </a:p>
        </p:txBody>
      </p:sp>
      <p:sp>
        <p:nvSpPr>
          <p:cNvPr id="16" name="TextBox 15">
            <a:extLst>
              <a:ext uri="{FF2B5EF4-FFF2-40B4-BE49-F238E27FC236}">
                <a16:creationId xmlns:a16="http://schemas.microsoft.com/office/drawing/2014/main" id="{BDFC19A5-F007-B474-3B20-4718F7AFAE5D}"/>
              </a:ext>
            </a:extLst>
          </p:cNvPr>
          <p:cNvSpPr txBox="1"/>
          <p:nvPr/>
        </p:nvSpPr>
        <p:spPr>
          <a:xfrm>
            <a:off x="3250504" y="2066795"/>
            <a:ext cx="184731" cy="369332"/>
          </a:xfrm>
          <a:prstGeom prst="rect">
            <a:avLst/>
          </a:prstGeom>
          <a:noFill/>
        </p:spPr>
        <p:txBody>
          <a:bodyPr wrap="none" rtlCol="0">
            <a:spAutoFit/>
          </a:bodyPr>
          <a:lstStyle/>
          <a:p>
            <a:endParaRPr lang="en-US" dirty="0">
              <a:latin typeface="Roboto" pitchFamily="2" charset="0"/>
              <a:ea typeface="Roboto" pitchFamily="2" charset="0"/>
            </a:endParaRPr>
          </a:p>
        </p:txBody>
      </p:sp>
      <p:sp>
        <p:nvSpPr>
          <p:cNvPr id="2" name="TextBox 1">
            <a:extLst>
              <a:ext uri="{FF2B5EF4-FFF2-40B4-BE49-F238E27FC236}">
                <a16:creationId xmlns:a16="http://schemas.microsoft.com/office/drawing/2014/main" id="{B7AE07F8-D246-FC81-774F-61AACD457E44}"/>
              </a:ext>
            </a:extLst>
          </p:cNvPr>
          <p:cNvSpPr txBox="1"/>
          <p:nvPr/>
        </p:nvSpPr>
        <p:spPr>
          <a:xfrm>
            <a:off x="185331" y="1238231"/>
            <a:ext cx="10264463" cy="646331"/>
          </a:xfrm>
          <a:prstGeom prst="rect">
            <a:avLst/>
          </a:prstGeom>
          <a:noFill/>
        </p:spPr>
        <p:txBody>
          <a:bodyPr wrap="square" rtlCol="0">
            <a:spAutoFit/>
          </a:bodyPr>
          <a:lstStyle/>
          <a:p>
            <a:r>
              <a:rPr lang="mk-MK" sz="3600" b="1" dirty="0">
                <a:latin typeface="Roboto" pitchFamily="2" charset="0"/>
                <a:ea typeface="Roboto" pitchFamily="2" charset="0"/>
              </a:rPr>
              <a:t>Заклучок</a:t>
            </a:r>
            <a:endParaRPr lang="en-US" sz="3600" b="1" dirty="0">
              <a:latin typeface="Roboto" pitchFamily="2" charset="0"/>
              <a:ea typeface="Roboto" pitchFamily="2" charset="0"/>
            </a:endParaRPr>
          </a:p>
        </p:txBody>
      </p:sp>
      <p:sp>
        <p:nvSpPr>
          <p:cNvPr id="3" name="TextBox 2">
            <a:extLst>
              <a:ext uri="{FF2B5EF4-FFF2-40B4-BE49-F238E27FC236}">
                <a16:creationId xmlns:a16="http://schemas.microsoft.com/office/drawing/2014/main" id="{53582985-CFCD-AC50-B1C9-D4823DE0D3F2}"/>
              </a:ext>
            </a:extLst>
          </p:cNvPr>
          <p:cNvSpPr txBox="1"/>
          <p:nvPr/>
        </p:nvSpPr>
        <p:spPr>
          <a:xfrm flipH="1">
            <a:off x="281047" y="1913652"/>
            <a:ext cx="6594766" cy="4524315"/>
          </a:xfrm>
          <a:prstGeom prst="rect">
            <a:avLst/>
          </a:prstGeom>
          <a:noFill/>
        </p:spPr>
        <p:txBody>
          <a:bodyPr wrap="square" rtlCol="0">
            <a:spAutoFit/>
          </a:bodyPr>
          <a:lstStyle/>
          <a:p>
            <a:r>
              <a:rPr lang="mk-MK" sz="3200" dirty="0">
                <a:latin typeface="Roboto" pitchFamily="2" charset="0"/>
                <a:ea typeface="Roboto" pitchFamily="2" charset="0"/>
              </a:rPr>
              <a:t>Завршувајќи го овој курс, се сеќавам на сите добри моменти, и сите работи што ги имам научено. Овој курс беше еден од најубавите, и ако можев, би го слушал цел од ново. На овој курс, јас научив многу работи, и со ова знаење, можам уште многу повеќе.</a:t>
            </a:r>
            <a:endParaRPr lang="en-US" sz="3200" dirty="0">
              <a:latin typeface="Roboto" pitchFamily="2" charset="0"/>
              <a:ea typeface="Roboto" pitchFamily="2" charset="0"/>
            </a:endParaRPr>
          </a:p>
        </p:txBody>
      </p:sp>
      <p:pic>
        <p:nvPicPr>
          <p:cNvPr id="7" name="Picture 6">
            <a:extLst>
              <a:ext uri="{FF2B5EF4-FFF2-40B4-BE49-F238E27FC236}">
                <a16:creationId xmlns:a16="http://schemas.microsoft.com/office/drawing/2014/main" id="{6D3911EE-505A-0120-3B38-FFFB9FD480F4}"/>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10000" b="90000" l="10000" r="90000"/>
                    </a14:imgEffect>
                  </a14:imgLayer>
                </a14:imgProps>
              </a:ext>
            </a:extLst>
          </a:blip>
          <a:stretch>
            <a:fillRect/>
          </a:stretch>
        </p:blipFill>
        <p:spPr>
          <a:xfrm rot="1305644">
            <a:off x="7141291" y="1239023"/>
            <a:ext cx="5469563" cy="5469563"/>
          </a:xfrm>
          <a:prstGeom prst="rect">
            <a:avLst/>
          </a:prstGeom>
        </p:spPr>
      </p:pic>
      <p:pic>
        <p:nvPicPr>
          <p:cNvPr id="4" name="Picture 3">
            <a:extLst>
              <a:ext uri="{FF2B5EF4-FFF2-40B4-BE49-F238E27FC236}">
                <a16:creationId xmlns:a16="http://schemas.microsoft.com/office/drawing/2014/main" id="{7B4C2A97-BE30-85EE-C9EE-B8E286820940}"/>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10000" b="90000" l="10000" r="90000"/>
                    </a14:imgEffect>
                  </a14:imgLayer>
                </a14:imgProps>
              </a:ext>
            </a:extLst>
          </a:blip>
          <a:stretch>
            <a:fillRect/>
          </a:stretch>
        </p:blipFill>
        <p:spPr>
          <a:xfrm rot="496773">
            <a:off x="6357124" y="1206331"/>
            <a:ext cx="5469563" cy="5469563"/>
          </a:xfrm>
          <a:prstGeom prst="rect">
            <a:avLst/>
          </a:prstGeom>
        </p:spPr>
      </p:pic>
      <p:sp>
        <p:nvSpPr>
          <p:cNvPr id="9" name="Rounded Rectangle 8">
            <a:extLst>
              <a:ext uri="{FF2B5EF4-FFF2-40B4-BE49-F238E27FC236}">
                <a16:creationId xmlns:a16="http://schemas.microsoft.com/office/drawing/2014/main" id="{369058F8-738A-B35E-6781-64B1FDE90BFC}"/>
              </a:ext>
            </a:extLst>
          </p:cNvPr>
          <p:cNvSpPr/>
          <p:nvPr/>
        </p:nvSpPr>
        <p:spPr>
          <a:xfrm>
            <a:off x="4640769"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Наставни единици</a:t>
            </a:r>
            <a:endParaRPr lang="en-US" dirty="0">
              <a:latin typeface="Roboto" pitchFamily="2" charset="0"/>
              <a:ea typeface="Roboto" pitchFamily="2" charset="0"/>
            </a:endParaRPr>
          </a:p>
        </p:txBody>
      </p:sp>
      <p:sp>
        <p:nvSpPr>
          <p:cNvPr id="12" name="Rounded Rectangle 11">
            <a:extLst>
              <a:ext uri="{FF2B5EF4-FFF2-40B4-BE49-F238E27FC236}">
                <a16:creationId xmlns:a16="http://schemas.microsoft.com/office/drawing/2014/main" id="{A9F58945-C5B0-7142-A283-B2F2701A3DD1}"/>
              </a:ext>
            </a:extLst>
          </p:cNvPr>
          <p:cNvSpPr/>
          <p:nvPr/>
        </p:nvSpPr>
        <p:spPr>
          <a:xfrm>
            <a:off x="3083898"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Основна идеа</a:t>
            </a:r>
            <a:endParaRPr lang="en-US" dirty="0">
              <a:latin typeface="Roboto" pitchFamily="2" charset="0"/>
              <a:ea typeface="Roboto" pitchFamily="2" charset="0"/>
            </a:endParaRPr>
          </a:p>
        </p:txBody>
      </p:sp>
      <p:sp>
        <p:nvSpPr>
          <p:cNvPr id="14" name="Rounded Rectangle 13">
            <a:extLst>
              <a:ext uri="{FF2B5EF4-FFF2-40B4-BE49-F238E27FC236}">
                <a16:creationId xmlns:a16="http://schemas.microsoft.com/office/drawing/2014/main" id="{E9EDECA3-28B9-18D9-AC7D-A2C69EEDEFF2}"/>
              </a:ext>
            </a:extLst>
          </p:cNvPr>
          <p:cNvSpPr/>
          <p:nvPr/>
        </p:nvSpPr>
        <p:spPr>
          <a:xfrm>
            <a:off x="1527027" y="314218"/>
            <a:ext cx="1353589" cy="7102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mk-MK" dirty="0">
                <a:latin typeface="Roboto" pitchFamily="2" charset="0"/>
                <a:ea typeface="Roboto" pitchFamily="2" charset="0"/>
              </a:rPr>
              <a:t>Почеток</a:t>
            </a:r>
            <a:endParaRPr lang="en-US" dirty="0">
              <a:latin typeface="Roboto" pitchFamily="2" charset="0"/>
              <a:ea typeface="Roboto" pitchFamily="2" charset="0"/>
            </a:endParaRPr>
          </a:p>
        </p:txBody>
      </p:sp>
    </p:spTree>
    <p:extLst>
      <p:ext uri="{BB962C8B-B14F-4D97-AF65-F5344CB8AC3E}">
        <p14:creationId xmlns:p14="http://schemas.microsoft.com/office/powerpoint/2010/main" val="404821298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FA03D4-D573-523C-6D13-DF3C65468357}"/>
              </a:ext>
            </a:extLst>
          </p:cNvPr>
          <p:cNvSpPr>
            <a:spLocks noGrp="1"/>
          </p:cNvSpPr>
          <p:nvPr>
            <p:ph type="title"/>
          </p:nvPr>
        </p:nvSpPr>
        <p:spPr/>
        <p:txBody>
          <a:bodyPr/>
          <a:lstStyle/>
          <a:p>
            <a:r>
              <a:rPr lang="mk-MK" dirty="0"/>
              <a:t>Порака</a:t>
            </a:r>
            <a:endParaRPr lang="en-US" dirty="0"/>
          </a:p>
        </p:txBody>
      </p:sp>
      <p:sp>
        <p:nvSpPr>
          <p:cNvPr id="3" name="Content Placeholder 2">
            <a:extLst>
              <a:ext uri="{FF2B5EF4-FFF2-40B4-BE49-F238E27FC236}">
                <a16:creationId xmlns:a16="http://schemas.microsoft.com/office/drawing/2014/main" id="{948979BE-28F5-69EB-EDA4-58C117AF432A}"/>
              </a:ext>
            </a:extLst>
          </p:cNvPr>
          <p:cNvSpPr>
            <a:spLocks noGrp="1"/>
          </p:cNvSpPr>
          <p:nvPr>
            <p:ph idx="1"/>
          </p:nvPr>
        </p:nvSpPr>
        <p:spPr/>
        <p:txBody>
          <a:bodyPr>
            <a:normAutofit/>
          </a:bodyPr>
          <a:lstStyle/>
          <a:p>
            <a:pPr marL="0" indent="0">
              <a:buNone/>
            </a:pPr>
            <a:r>
              <a:rPr lang="mk-MK" sz="3600" b="1" dirty="0">
                <a:latin typeface="Roboto" pitchFamily="2" charset="0"/>
                <a:ea typeface="Roboto" pitchFamily="2" charset="0"/>
              </a:rPr>
              <a:t>За убави работи треба време.</a:t>
            </a:r>
            <a:endParaRPr lang="en-US" sz="3600" b="1" dirty="0">
              <a:latin typeface="Roboto" pitchFamily="2" charset="0"/>
              <a:ea typeface="Roboto" pitchFamily="2" charset="0"/>
            </a:endParaRPr>
          </a:p>
        </p:txBody>
      </p:sp>
    </p:spTree>
    <p:extLst>
      <p:ext uri="{BB962C8B-B14F-4D97-AF65-F5344CB8AC3E}">
        <p14:creationId xmlns:p14="http://schemas.microsoft.com/office/powerpoint/2010/main" val="105492874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114</TotalTime>
  <Words>582</Words>
  <Application>Microsoft Macintosh PowerPoint</Application>
  <PresentationFormat>Widescreen</PresentationFormat>
  <Paragraphs>92</Paragraphs>
  <Slides>11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Aptos Display</vt:lpstr>
      <vt:lpstr>Arial</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Порака</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Јаков Несторовски</dc:creator>
  <cp:lastModifiedBy>Јаков Несторовски</cp:lastModifiedBy>
  <cp:revision>4</cp:revision>
  <cp:lastPrinted>2026-05-08T20:49:06Z</cp:lastPrinted>
  <dcterms:created xsi:type="dcterms:W3CDTF">2026-05-08T18:59:26Z</dcterms:created>
  <dcterms:modified xsi:type="dcterms:W3CDTF">2026-05-08T20:53:59Z</dcterms:modified>
</cp:coreProperties>
</file>